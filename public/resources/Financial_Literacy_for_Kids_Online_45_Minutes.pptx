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1505247e8b469f" /><Relationship Type="http://schemas.openxmlformats.org/officeDocument/2006/relationships/extended-properties" Target="/docProps/app.xml" Id="R4908ea29a4464ab8" /><Relationship Type="http://schemas.openxmlformats.org/officeDocument/2006/relationships/officeDocument" Target="/ppt/presentation.xml" Id="Rccf9cd089b884bfc" /></Relationships>
</file>

<file path=ppt/presentation.xml><?xml version="1.0" encoding="utf-8"?>
<p:presentation xmlns:p="http://schemas.openxmlformats.org/presentationml/2006/main">
  <p:sldMasterIdLst>
    <p:sldMasterId xmlns:r="http://schemas.openxmlformats.org/officeDocument/2006/relationships" id="2147483648" r:id="R4288586025084057"/>
  </p:sldMasterIdLst>
  <p:notesMasterIdLst>
    <p:notesMasterId xmlns:r="http://schemas.openxmlformats.org/officeDocument/2006/relationships" r:id="R5749e1c89d344178"/>
  </p:notesMasterIdLst>
  <p:sldIdLst>
    <p:sldId xmlns:r="http://schemas.openxmlformats.org/officeDocument/2006/relationships" id="256" r:id="R87d8eabf6faf44f3"/>
    <p:sldId xmlns:r="http://schemas.openxmlformats.org/officeDocument/2006/relationships" id="257" r:id="Rea892f0861dd4092"/>
    <p:sldId xmlns:r="http://schemas.openxmlformats.org/officeDocument/2006/relationships" id="258" r:id="R496697f0264a49ae"/>
    <p:sldId xmlns:r="http://schemas.openxmlformats.org/officeDocument/2006/relationships" id="259" r:id="R5cd9d933e81a4ec7"/>
    <p:sldId xmlns:r="http://schemas.openxmlformats.org/officeDocument/2006/relationships" id="260" r:id="Ra93bf1f315224f4d"/>
    <p:sldId xmlns:r="http://schemas.openxmlformats.org/officeDocument/2006/relationships" id="261" r:id="Rbea9e8a093c848a5"/>
    <p:sldId xmlns:r="http://schemas.openxmlformats.org/officeDocument/2006/relationships" id="262" r:id="R9b98898895a54f1b"/>
    <p:sldId xmlns:r="http://schemas.openxmlformats.org/officeDocument/2006/relationships" id="263" r:id="R55a6a97c733747c7"/>
    <p:sldId xmlns:r="http://schemas.openxmlformats.org/officeDocument/2006/relationships" id="264" r:id="R4e45c882cb00457e"/>
    <p:sldId xmlns:r="http://schemas.openxmlformats.org/officeDocument/2006/relationships" id="265" r:id="R5b835cb712124993"/>
    <p:sldId xmlns:r="http://schemas.openxmlformats.org/officeDocument/2006/relationships" id="266" r:id="R0f4e21434f9f478e"/>
    <p:sldId xmlns:r="http://schemas.openxmlformats.org/officeDocument/2006/relationships" id="267" r:id="Reb46c2303eba4af8"/>
    <p:sldId xmlns:r="http://schemas.openxmlformats.org/officeDocument/2006/relationships" id="268" r:id="R985b2ffe31074068"/>
    <p:sldId xmlns:r="http://schemas.openxmlformats.org/officeDocument/2006/relationships" id="269" r:id="Rdaa37ce756294f67"/>
    <p:sldId xmlns:r="http://schemas.openxmlformats.org/officeDocument/2006/relationships" id="270" r:id="R4413ef5049e1425b"/>
    <p:sldId xmlns:r="http://schemas.openxmlformats.org/officeDocument/2006/relationships" id="271" r:id="R1cbe5d07e3394f86"/>
    <p:sldId xmlns:r="http://schemas.openxmlformats.org/officeDocument/2006/relationships" id="272" r:id="R86f974ef9a004932"/>
    <p:sldId xmlns:r="http://schemas.openxmlformats.org/officeDocument/2006/relationships" id="273" r:id="Rff253685e4724d98"/>
    <p:sldId xmlns:r="http://schemas.openxmlformats.org/officeDocument/2006/relationships" id="274" r:id="R573a5f65c1db473d"/>
    <p:sldId xmlns:r="http://schemas.openxmlformats.org/officeDocument/2006/relationships" id="275" r:id="R1e790b7fbbf841f8"/>
    <p:sldId xmlns:r="http://schemas.openxmlformats.org/officeDocument/2006/relationships" id="276" r:id="R9ac32fb4d6d447db"/>
    <p:sldId xmlns:r="http://schemas.openxmlformats.org/officeDocument/2006/relationships" id="277" r:id="R2dfbfedeeb81428a"/>
    <p:sldId xmlns:r="http://schemas.openxmlformats.org/officeDocument/2006/relationships" id="278" r:id="R0480f09af29d4935"/>
    <p:sldId xmlns:r="http://schemas.openxmlformats.org/officeDocument/2006/relationships" id="279" r:id="Rb513581b2f254357"/>
    <p:sldId xmlns:r="http://schemas.openxmlformats.org/officeDocument/2006/relationships" id="280" r:id="R458994c847ad4e34"/>
    <p:sldId xmlns:r="http://schemas.openxmlformats.org/officeDocument/2006/relationships" id="281" r:id="R95c8595acc454e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a8ce696cec42c4" /><Relationship Type="http://schemas.openxmlformats.org/officeDocument/2006/relationships/slideMaster" Target="/ppt/slideMasters/slideMaster1.xml" Id="R4288586025084057" /><Relationship Type="http://schemas.openxmlformats.org/officeDocument/2006/relationships/notesMaster" Target="/ppt/notesMasters/notesMaster1.xml" Id="R5749e1c89d344178" /><Relationship Type="http://schemas.openxmlformats.org/officeDocument/2006/relationships/presProps" Target="/ppt/presProps.xml" Id="Re89fd85856c4426d" /><Relationship Type="http://schemas.openxmlformats.org/officeDocument/2006/relationships/tableStyles" Target="/ppt/tableStyles.xml" Id="R59aa90f6349946ce" /><Relationship Type="http://schemas.openxmlformats.org/officeDocument/2006/relationships/slide" Target="/ppt/slides/slide1.xml" Id="R87d8eabf6faf44f3" /><Relationship Type="http://schemas.openxmlformats.org/officeDocument/2006/relationships/slide" Target="/ppt/slides/slide2.xml" Id="Rea892f0861dd4092" /><Relationship Type="http://schemas.openxmlformats.org/officeDocument/2006/relationships/slide" Target="/ppt/slides/slide3.xml" Id="R496697f0264a49ae" /><Relationship Type="http://schemas.openxmlformats.org/officeDocument/2006/relationships/slide" Target="/ppt/slides/slide4.xml" Id="R5cd9d933e81a4ec7" /><Relationship Type="http://schemas.openxmlformats.org/officeDocument/2006/relationships/slide" Target="/ppt/slides/slide5.xml" Id="Ra93bf1f315224f4d" /><Relationship Type="http://schemas.openxmlformats.org/officeDocument/2006/relationships/slide" Target="/ppt/slides/slide6.xml" Id="Rbea9e8a093c848a5" /><Relationship Type="http://schemas.openxmlformats.org/officeDocument/2006/relationships/slide" Target="/ppt/slides/slide7.xml" Id="R9b98898895a54f1b" /><Relationship Type="http://schemas.openxmlformats.org/officeDocument/2006/relationships/slide" Target="/ppt/slides/slide8.xml" Id="R55a6a97c733747c7" /><Relationship Type="http://schemas.openxmlformats.org/officeDocument/2006/relationships/slide" Target="/ppt/slides/slide9.xml" Id="R4e45c882cb00457e" /><Relationship Type="http://schemas.openxmlformats.org/officeDocument/2006/relationships/slide" Target="/ppt/slides/slide10.xml" Id="R5b835cb712124993" /><Relationship Type="http://schemas.openxmlformats.org/officeDocument/2006/relationships/slide" Target="/ppt/slides/slide11.xml" Id="R0f4e21434f9f478e" /><Relationship Type="http://schemas.openxmlformats.org/officeDocument/2006/relationships/slide" Target="/ppt/slides/slide12.xml" Id="Reb46c2303eba4af8" /><Relationship Type="http://schemas.openxmlformats.org/officeDocument/2006/relationships/slide" Target="/ppt/slides/slide13.xml" Id="R985b2ffe31074068" /><Relationship Type="http://schemas.openxmlformats.org/officeDocument/2006/relationships/slide" Target="/ppt/slides/slide14.xml" Id="Rdaa37ce756294f67" /><Relationship Type="http://schemas.openxmlformats.org/officeDocument/2006/relationships/slide" Target="/ppt/slides/slide15.xml" Id="R4413ef5049e1425b" /><Relationship Type="http://schemas.openxmlformats.org/officeDocument/2006/relationships/slide" Target="/ppt/slides/slide16.xml" Id="R1cbe5d07e3394f86" /><Relationship Type="http://schemas.openxmlformats.org/officeDocument/2006/relationships/slide" Target="/ppt/slides/slide17.xml" Id="R86f974ef9a004932" /><Relationship Type="http://schemas.openxmlformats.org/officeDocument/2006/relationships/slide" Target="/ppt/slides/slide18.xml" Id="Rff253685e4724d98" /><Relationship Type="http://schemas.openxmlformats.org/officeDocument/2006/relationships/slide" Target="/ppt/slides/slide19.xml" Id="R573a5f65c1db473d" /><Relationship Type="http://schemas.openxmlformats.org/officeDocument/2006/relationships/slide" Target="/ppt/slides/slide20.xml" Id="R1e790b7fbbf841f8" /><Relationship Type="http://schemas.openxmlformats.org/officeDocument/2006/relationships/slide" Target="/ppt/slides/slide21.xml" Id="R9ac32fb4d6d447db" /><Relationship Type="http://schemas.openxmlformats.org/officeDocument/2006/relationships/slide" Target="/ppt/slides/slide22.xml" Id="R2dfbfedeeb81428a" /><Relationship Type="http://schemas.openxmlformats.org/officeDocument/2006/relationships/slide" Target="/ppt/slides/slide23.xml" Id="R0480f09af29d4935" /><Relationship Type="http://schemas.openxmlformats.org/officeDocument/2006/relationships/slide" Target="/ppt/slides/slide24.xml" Id="Rb513581b2f254357" /><Relationship Type="http://schemas.openxmlformats.org/officeDocument/2006/relationships/slide" Target="/ppt/slides/slide25.xml" Id="R458994c847ad4e34" /><Relationship Type="http://schemas.openxmlformats.org/officeDocument/2006/relationships/slide" Target="/ppt/slides/slide26.xml" Id="R95c8595acc454e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4f8c61376d4d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7e75e40fbc4667" /><Relationship Type="http://schemas.openxmlformats.org/officeDocument/2006/relationships/notesMaster" Target="/ppt/notesMasters/notesMaster1.xml" Id="R37eccbdc565349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9dae9b95854256" /><Relationship Type="http://schemas.openxmlformats.org/officeDocument/2006/relationships/notesMaster" Target="/ppt/notesMasters/notesMaster1.xml" Id="Rdd67346ccd4d4d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0a570af0d04db0" /><Relationship Type="http://schemas.openxmlformats.org/officeDocument/2006/relationships/notesMaster" Target="/ppt/notesMasters/notesMaster1.xml" Id="Rc6f3ffe735e44c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3837ccb23a4a9c" /><Relationship Type="http://schemas.openxmlformats.org/officeDocument/2006/relationships/notesMaster" Target="/ppt/notesMasters/notesMaster1.xml" Id="R29c5195af32e4c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a5ff8dd01a4b27" /><Relationship Type="http://schemas.openxmlformats.org/officeDocument/2006/relationships/notesMaster" Target="/ppt/notesMasters/notesMaster1.xml" Id="R8a5e4cddf91e43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9f8c1238f54385" /><Relationship Type="http://schemas.openxmlformats.org/officeDocument/2006/relationships/notesMaster" Target="/ppt/notesMasters/notesMaster1.xml" Id="R4f50dcfc25824c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bc1ded6d604931" /><Relationship Type="http://schemas.openxmlformats.org/officeDocument/2006/relationships/notesMaster" Target="/ppt/notesMasters/notesMaster1.xml" Id="Re5e35b2f7d904f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40afcb94f947b4" /><Relationship Type="http://schemas.openxmlformats.org/officeDocument/2006/relationships/notesMaster" Target="/ppt/notesMasters/notesMaster1.xml" Id="R093e16ff7b754c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a5a4e84be7446b4" /><Relationship Type="http://schemas.openxmlformats.org/officeDocument/2006/relationships/notesMaster" Target="/ppt/notesMasters/notesMaster1.xml" Id="R7b0ecf99f1644f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4afcfdc077461c" /><Relationship Type="http://schemas.openxmlformats.org/officeDocument/2006/relationships/notesMaster" Target="/ppt/notesMasters/notesMaster1.xml" Id="R8482f7e1927445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87717658eb4dfa" /><Relationship Type="http://schemas.openxmlformats.org/officeDocument/2006/relationships/notesMaster" Target="/ppt/notesMasters/notesMaster1.xml" Id="R334fd0c434ef45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25b0218f26045fc" /><Relationship Type="http://schemas.openxmlformats.org/officeDocument/2006/relationships/notesMaster" Target="/ppt/notesMasters/notesMaster1.xml" Id="Rb3a756c1978546f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7dd6369d3b4ad7" /><Relationship Type="http://schemas.openxmlformats.org/officeDocument/2006/relationships/notesMaster" Target="/ppt/notesMasters/notesMaster1.xml" Id="R456f953e6d5a4d1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fddd02d19d741c2" /><Relationship Type="http://schemas.openxmlformats.org/officeDocument/2006/relationships/notesMaster" Target="/ppt/notesMasters/notesMaster1.xml" Id="Reb97300918c94d2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f10c1d118694828" /><Relationship Type="http://schemas.openxmlformats.org/officeDocument/2006/relationships/notesMaster" Target="/ppt/notesMasters/notesMaster1.xml" Id="R8a71cb34cfae464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c8a02dacf542bc" /><Relationship Type="http://schemas.openxmlformats.org/officeDocument/2006/relationships/notesMaster" Target="/ppt/notesMasters/notesMaster1.xml" Id="R61a5fc6a5dcd4eb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3c551225036402d" /><Relationship Type="http://schemas.openxmlformats.org/officeDocument/2006/relationships/notesMaster" Target="/ppt/notesMasters/notesMaster1.xml" Id="R12a79c180e67410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775671df8404583" /><Relationship Type="http://schemas.openxmlformats.org/officeDocument/2006/relationships/notesMaster" Target="/ppt/notesMasters/notesMaster1.xml" Id="R072fe3e69ca6414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9d1dc3c4bb841a3" /><Relationship Type="http://schemas.openxmlformats.org/officeDocument/2006/relationships/notesMaster" Target="/ppt/notesMasters/notesMaster1.xml" Id="R730d2604eb4643b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110ce8d778d4afa" /><Relationship Type="http://schemas.openxmlformats.org/officeDocument/2006/relationships/notesMaster" Target="/ppt/notesMasters/notesMaster1.xml" Id="R30a330260d954ab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07870ef9a2f4396" /><Relationship Type="http://schemas.openxmlformats.org/officeDocument/2006/relationships/notesMaster" Target="/ppt/notesMasters/notesMaster1.xml" Id="R8f1b114f074347d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5e56ca58b0d4b93" /><Relationship Type="http://schemas.openxmlformats.org/officeDocument/2006/relationships/notesMaster" Target="/ppt/notesMasters/notesMaster1.xml" Id="Rd298fa65dd1947d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283baef8ca6471d" /><Relationship Type="http://schemas.openxmlformats.org/officeDocument/2006/relationships/notesMaster" Target="/ppt/notesMasters/notesMaster1.xml" Id="R9a5bd3d43c8447b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176d1d212854916" /><Relationship Type="http://schemas.openxmlformats.org/officeDocument/2006/relationships/notesMaster" Target="/ppt/notesMasters/notesMaster1.xml" Id="R2a532ed6a25941e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65e1fae96054b0a" /><Relationship Type="http://schemas.openxmlformats.org/officeDocument/2006/relationships/notesMaster" Target="/ppt/notesMasters/notesMaster1.xml" Id="R56dd48d18d964bf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a1ee78372fb4559" /><Relationship Type="http://schemas.openxmlformats.org/officeDocument/2006/relationships/notesMaster" Target="/ppt/notesMasters/notesMaster1.xml" Id="R9276f281f4df45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0:45. RUNNING TIME: 0:00 to 0:45.</a:t>
            </a:r>
          </a:p>
          <a:p xmlns:a="http://schemas.openxmlformats.org/drawingml/2006/main">
            <a:r>
              <a:t/>
            </a:r>
          </a:p>
          <a:p xmlns:a="http://schemas.openxmlformats.org/drawingml/2006/main">
            <a:r>
              <a:t>WELCOME</a:t>
            </a:r>
          </a:p>
          <a:p xmlns:a="http://schemas.openxmlformats.org/drawingml/2006/main">
            <a:r>
              <a:t>“Hi, I’m Alex. I run Financial Literacy for Kids. Today we’re going to try making a few money decisions together. You don’t need to know anything about money already.</a:t>
            </a:r>
          </a:p>
          <a:p xmlns:a="http://schemas.openxmlformats.org/drawingml/2006/main">
            <a:r>
              <a:t/>
            </a:r>
          </a:p>
          <a:p xmlns:a="http://schemas.openxmlformats.org/drawingml/2006/main">
            <a:r>
              <a:t>We’ll use pretend money, so nobody needs to tell us how much money they have at home. You can type a question in chat or raise your hand whenever something doesn’t make sense.”</a:t>
            </a:r>
          </a:p>
          <a:p xmlns:a="http://schemas.openxmlformats.org/drawingml/2006/main">
            <a:r>
              <a:t/>
            </a:r>
          </a:p>
          <a:p xmlns:a="http://schemas.openxmlformats.org/drawingml/2006/main">
            <a:r>
              <a:t>Introduce the workshop in your own words. Show students how you want them to respond: chat for short answers, or the meeting’s raise-hand feature to speak when invited. Cameras can stay off. If chat is unavailable, use raised hands and invite one student at a time to unmute. Take one quick example of something a student has saved for, then move on.</a:t>
            </a:r>
          </a:p>
          <a:p xmlns:a="http://schemas.openxmlformats.org/drawingml/2006/main">
            <a:r>
              <a:t/>
            </a:r>
          </a:p>
          <a:p xmlns:a="http://schemas.openxmlformats.org/drawingml/2006/main">
            <a:r>
              <a:t>ART: Original generated editorial illustration. Decorative, not a record of a real workshop.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1:30. RUNNING TIME: 0:45 to 2:15.</a:t>
            </a:r>
          </a:p>
          <a:p xmlns:a="http://schemas.openxmlformats.org/drawingml/2006/main">
            <a:r>
              <a:t/>
            </a:r>
          </a:p>
          <a:p xmlns:a="http://schemas.openxmlformats.org/drawingml/2006/main">
            <a:r>
              <a:t>ASK</a:t>
            </a:r>
          </a:p>
          <a:p xmlns:a="http://schemas.openxmlformats.org/drawingml/2006/main">
            <a:r>
              <a:t>“Someone gives you twenty dollars. What is the first thing you think of doing?”</a:t>
            </a:r>
          </a:p>
          <a:p xmlns:a="http://schemas.openxmlformats.org/drawingml/2006/main">
            <a:r>
              <a:t/>
            </a:r>
          </a:p>
          <a:p xmlns:a="http://schemas.openxmlformats.org/drawingml/2006/main">
            <a:r>
              <a:t>Give everyone 20 seconds to think quietly on their own. Then say, “You can send your answer in chat now.” Read out three different ideas, or invite students with raised hands to unmute one at a time. Repeat their ideas plainly: “A game. Saving for a bike. A gift for somebody.” Use the actual answers, not these examples if nobody gives them.</a:t>
            </a:r>
          </a:p>
          <a:p xmlns:a="http://schemas.openxmlformats.org/drawingml/2006/main">
            <a:r>
              <a:t/>
            </a:r>
          </a:p>
          <a:p xmlns:a="http://schemas.openxmlformats.org/drawingml/2006/main">
            <a:r>
              <a:t>FOLLOW UP</a:t>
            </a:r>
          </a:p>
          <a:p xmlns:a="http://schemas.openxmlformats.org/drawingml/2006/main">
            <a:r>
              <a:t>“Could you do everything you want with the same twenty dollars?”</a:t>
            </a:r>
          </a:p>
          <a:p xmlns:a="http://schemas.openxmlformats.org/drawingml/2006/main">
            <a:r>
              <a:t/>
            </a:r>
          </a:p>
          <a:p xmlns:a="http://schemas.openxmlformats.org/drawingml/2006/main">
            <a:r>
              <a:t>Take one short chat response or invite a raised hand. “That’s the problem we’re working on today. We have some money, and we have choices.”</a:t>
            </a:r>
          </a:p>
          <a:p xmlns:a="http://schemas.openxmlformats.org/drawingml/2006/main">
            <a:r>
              <a:t/>
            </a:r>
          </a:p>
          <a:p xmlns:a="http://schemas.openxmlformats.org/drawingml/2006/main">
            <a:r>
              <a:t>Avoid describing spending as bad or saving as the only acceptable answer. Keep the question hypothetical.</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1:00. RUNNING TIME: 2:15 to 3:15.</a:t>
            </a:r>
          </a:p>
          <a:p xmlns:a="http://schemas.openxmlformats.org/drawingml/2006/main">
            <a:r>
              <a:t/>
            </a:r>
          </a:p>
          <a:p xmlns:a="http://schemas.openxmlformats.org/drawingml/2006/main">
            <a:r>
              <a:t>EXPLAIN</a:t>
            </a:r>
          </a:p>
          <a:p xmlns:a="http://schemas.openxmlformats.org/drawingml/2006/main">
            <a:r>
              <a:t>“Money can come from doing work. For example, a teacher earns money by teaching. It can also come as a gift. Some kids get an allowance and some don’t. Every family does this differently.”</a:t>
            </a:r>
          </a:p>
          <a:p xmlns:a="http://schemas.openxmlformats.org/drawingml/2006/main">
            <a:r>
              <a:t/>
            </a:r>
          </a:p>
          <a:p xmlns:a="http://schemas.openxmlformats.org/drawingml/2006/main">
            <a:r>
              <a:t>ASK</a:t>
            </a:r>
          </a:p>
          <a:p xmlns:a="http://schemas.openxmlformats.org/drawingml/2006/main">
            <a:r>
              <a:t>“What is one job someone could do?” Read two chat answers or invite two raised hands. If students suggest jobs they could do, say: “A trusted adult can help you decide which jobs are safe and appropriate.”</a:t>
            </a:r>
          </a:p>
          <a:p xmlns:a="http://schemas.openxmlformats.org/drawingml/2006/main">
            <a:r>
              <a:t/>
            </a:r>
          </a:p>
          <a:p xmlns:a="http://schemas.openxmlformats.org/drawingml/2006/main">
            <a:r>
              <a:t>BRIDGE</a:t>
            </a:r>
          </a:p>
          <a:p xmlns:a="http://schemas.openxmlformats.org/drawingml/2006/main">
            <a:r>
              <a:t>“Before we spend money, it helps to think about what we need it for.”</a:t>
            </a:r>
          </a:p>
          <a:p xmlns:a="http://schemas.openxmlformats.org/drawingml/2006/main">
            <a:r>
              <a:t/>
            </a:r>
          </a:p>
          <a:p xmlns:a="http://schemas.openxmlformats.org/drawingml/2006/main">
            <a:r>
              <a:t>For grades 1–2, ask students to name a familiar adult’s job without identifying the adult or talking about pay.</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1:30. RUNNING TIME: 3:15 to 4:45.</a:t>
            </a:r>
          </a:p>
          <a:p xmlns:a="http://schemas.openxmlformats.org/drawingml/2006/main">
            <a:r>
              <a:t/>
            </a:r>
          </a:p>
          <a:p xmlns:a="http://schemas.openxmlformats.org/drawingml/2006/main">
            <a:r>
              <a:t>EXPLAIN</a:t>
            </a:r>
          </a:p>
          <a:p xmlns:a="http://schemas.openxmlformats.org/drawingml/2006/main">
            <a:r>
              <a:t>“A need is something important for living, health, or safety. Clean drinking water is a need. A want is something you would enjoy having or doing, like a new video game.”</a:t>
            </a:r>
          </a:p>
          <a:p xmlns:a="http://schemas.openxmlformats.org/drawingml/2006/main">
            <a:r>
              <a:t/>
            </a:r>
          </a:p>
          <a:p xmlns:a="http://schemas.openxmlformats.org/drawingml/2006/main">
            <a:r>
              <a:t>ASK</a:t>
            </a:r>
          </a:p>
          <a:p xmlns:a="http://schemas.openxmlformats.org/drawingml/2006/main">
            <a:r>
              <a:t>“Can you think of another need? What about a want?” Read one chat example of each, or invite a raised hand.</a:t>
            </a:r>
          </a:p>
          <a:p xmlns:a="http://schemas.openxmlformats.org/drawingml/2006/main">
            <a:r>
              <a:t/>
            </a:r>
          </a:p>
          <a:p xmlns:a="http://schemas.openxmlformats.org/drawingml/2006/main">
            <a:r>
              <a:t>“Wanting things is normal. Sometimes we can buy a want. Sometimes we decide another use of the money matters more.”</a:t>
            </a:r>
          </a:p>
          <a:p xmlns:a="http://schemas.openxmlformats.org/drawingml/2006/main">
            <a:r>
              <a:t/>
            </a:r>
          </a:p>
          <a:p xmlns:a="http://schemas.openxmlformats.org/drawingml/2006/main">
            <a:r>
              <a:t>Keep this general. Do not ask whether a student’s family can afford an item or whether a real purchase was responsible. If a child raises an expensive brand, explain that the basic item and the extra features may serve different purposes.</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2:00. RUNNING TIME: 4:45 to 6:45.</a:t>
            </a:r>
          </a:p>
          <a:p xmlns:a="http://schemas.openxmlformats.org/drawingml/2006/main">
            <a:r>
              <a:t/>
            </a:r>
          </a:p>
          <a:p xmlns:a="http://schemas.openxmlformats.org/drawingml/2006/main">
            <a:r>
              <a:t>ACTIVITY</a:t>
            </a:r>
          </a:p>
          <a:p xmlns:a="http://schemas.openxmlformats.org/drawingml/2006/main">
            <a:r>
              <a:t>“Type one in chat for a need, two for a want, or D if you think it depends. You can also raise your hand and tell us your answer.”</a:t>
            </a:r>
          </a:p>
          <a:p xmlns:a="http://schemas.openxmlformats.org/drawingml/2006/main">
            <a:r>
              <a:t/>
            </a:r>
          </a:p>
          <a:p xmlns:a="http://schemas.openxmlformats.org/drawingml/2006/main">
            <a:r>
              <a:t>Read each line aloud. Give about ten seconds for chat answers, then invite one student to explain. Students who prefer not to type can raise their hand and speak when invited.</a:t>
            </a:r>
          </a:p>
          <a:p xmlns:a="http://schemas.openxmlformats.org/drawingml/2006/main">
            <a:r>
              <a:t/>
            </a:r>
          </a:p>
          <a:p xmlns:a="http://schemas.openxmlformats.org/drawingml/2006/main">
            <a:r>
              <a:t>SUGGESTED DISCUSSION</a:t>
            </a:r>
          </a:p>
          <a:p xmlns:a="http://schemas.openxmlformats.org/drawingml/2006/main">
            <a:r>
              <a:t>A coat on a cold day: usually a need for warmth and safety. There may be other ways to stay warm, so listen to the context.</a:t>
            </a:r>
          </a:p>
          <a:p xmlns:a="http://schemas.openxmlformats.org/drawingml/2006/main">
            <a:r>
              <a:t>Shoes when your only pair is too small: usually a need.</a:t>
            </a:r>
          </a:p>
          <a:p xmlns:a="http://schemas.openxmlformats.org/drawingml/2006/main">
            <a:r>
              <a:t>Another pair in a favorite color: usually a want if you already have suitable shoes.</a:t>
            </a:r>
          </a:p>
          <a:p xmlns:a="http://schemas.openxmlformats.org/drawingml/2006/main">
            <a:r>
              <a:t/>
            </a:r>
          </a:p>
          <a:p xmlns:a="http://schemas.openxmlformats.org/drawingml/2006/main">
            <a:r>
              <a:t>“What information changed your answer? It helps to understand the situation before deciding.”</a:t>
            </a:r>
          </a:p>
          <a:p xmlns:a="http://schemas.openxmlformats.org/drawingml/2006/main">
            <a:r>
              <a:t/>
            </a:r>
          </a:p>
          <a:p xmlns:a="http://schemas.openxmlformats.org/drawingml/2006/main">
            <a:r>
              <a:t>Keep the tone curious. Do not turn this into a test of whether students agree with you. For younger students, read slowly and use only the first and third examples.</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1:30. RUNNING TIME: 6:45 to 8:15.</a:t>
            </a:r>
          </a:p>
          <a:p xmlns:a="http://schemas.openxmlformats.org/drawingml/2006/main">
            <a:r>
              <a:t/>
            </a:r>
          </a:p>
          <a:p xmlns:a="http://schemas.openxmlformats.org/drawingml/2006/main">
            <a:r>
              <a:t>SCENARIO</a:t>
            </a:r>
          </a:p>
          <a:p xmlns:a="http://schemas.openxmlformats.org/drawingml/2006/main">
            <a:r>
              <a:t>“Imagine you have ten dollars. You can buy a book today or put the same ten dollars toward a bike. Which would you pick?”</a:t>
            </a:r>
          </a:p>
          <a:p xmlns:a="http://schemas.openxmlformats.org/drawingml/2006/main">
            <a:r>
              <a:t/>
            </a:r>
          </a:p>
          <a:p xmlns:a="http://schemas.openxmlformats.org/drawingml/2006/main">
            <a:r>
              <a:t>Ask students to type “book” or “bike” in chat. Read the range of choices, then invite two raised hands with different choices to explain, one at a time.</a:t>
            </a:r>
          </a:p>
          <a:p xmlns:a="http://schemas.openxmlformats.org/drawingml/2006/main">
            <a:r>
              <a:t/>
            </a:r>
          </a:p>
          <a:p xmlns:a="http://schemas.openxmlformats.org/drawingml/2006/main">
            <a:r>
              <a:t>FOLLOW UP</a:t>
            </a:r>
          </a:p>
          <a:p xmlns:a="http://schemas.openxmlformats.org/drawingml/2006/main">
            <a:r>
              <a:t>“If you buy the book, what happens to your bike savings? If you save for the bike, what are you giving up today?”</a:t>
            </a:r>
          </a:p>
          <a:p xmlns:a="http://schemas.openxmlformats.org/drawingml/2006/main">
            <a:r>
              <a:t/>
            </a:r>
          </a:p>
          <a:p xmlns:a="http://schemas.openxmlformats.org/drawingml/2006/main">
            <a:r>
              <a:t>“You give up your next best option when you make a choice. Economists call that an opportunity cost. We don’t need to memorize the term today. We just need to notice the tradeoff.”</a:t>
            </a:r>
          </a:p>
          <a:p xmlns:a="http://schemas.openxmlformats.org/drawingml/2006/main">
            <a:r>
              <a:t/>
            </a:r>
          </a:p>
          <a:p xmlns:a="http://schemas.openxmlformats.org/drawingml/2006/main">
            <a:r>
              <a:t>Both choices can make sense. Do not suggest the bike is automatically the correct choice. All prices in this scenario are made up for practice.</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2:00. RUNNING TIME: 8:15 to 10:15.</a:t>
            </a:r>
          </a:p>
          <a:p xmlns:a="http://schemas.openxmlformats.org/drawingml/2006/main">
            <a:r>
              <a:t/>
            </a:r>
          </a:p>
          <a:p xmlns:a="http://schemas.openxmlformats.org/drawingml/2006/main">
            <a:r>
              <a:t>A SMALL PURCHASE, REPEATED</a:t>
            </a:r>
          </a:p>
          <a:p xmlns:a="http://schemas.openxmlformats.org/drawingml/2006/main">
            <a:r>
              <a:t>0:00–0:20: “Imagine spending one dollar on a small treat each school day. One day does not sound like much. Let’s look at four school weeks.”</a:t>
            </a:r>
          </a:p>
          <a:p xmlns:a="http://schemas.openxmlformats.org/drawingml/2006/main">
            <a:r>
              <a:t/>
            </a:r>
          </a:p>
          <a:p xmlns:a="http://schemas.openxmlformats.org/drawingml/2006/main">
            <a:r>
              <a:t>0:20–0:50: “There are five school days in this example. How much would one week cost?” Give everyone time to think, then invite chat answers. Answer: five dollars.</a:t>
            </a:r>
          </a:p>
          <a:p xmlns:a="http://schemas.openxmlformats.org/drawingml/2006/main">
            <a:r>
              <a:t/>
            </a:r>
          </a:p>
          <a:p xmlns:a="http://schemas.openxmlformats.org/drawingml/2006/main">
            <a:r>
              <a:t>0:50–1:20: “Now imagine four school weeks. What is five dollars four times?” Give students 20 seconds, then read an answer. Total: twenty dollars. This example assumes twenty school days, with no holidays.</a:t>
            </a:r>
          </a:p>
          <a:p xmlns:a="http://schemas.openxmlformats.org/drawingml/2006/main">
            <a:r>
              <a:t/>
            </a:r>
          </a:p>
          <a:p xmlns:a="http://schemas.openxmlformats.org/drawingml/2006/main">
            <a:r>
              <a:t>1:20–2:00: “Would you rather use that twenty dollars on the daily treats or save it toward something bigger? Why?” Invite two brief responses. Either choice can be reasonable. The point is noticing the total before deciding. If students finish quickly, ask how the total changes at two dollars a day: forty dollars. For younger students, count five, ten, fifteen, twenty together.</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1:30. RUNNING TIME: 10:15 to 11:45.</a:t>
            </a:r>
          </a:p>
          <a:p xmlns:a="http://schemas.openxmlformats.org/drawingml/2006/main">
            <a:r>
              <a:t/>
            </a:r>
          </a:p>
          <a:p xmlns:a="http://schemas.openxmlformats.org/drawingml/2006/main">
            <a:r>
              <a:t>EXPLAIN</a:t>
            </a:r>
          </a:p>
          <a:p xmlns:a="http://schemas.openxmlformats.org/drawingml/2006/main">
            <a:r>
              <a:t>“A saving goal is something specific you’re putting money aside for. I play badminton, so let’s use a badminton set for this example. We’ll pretend it costs thirty dollars.”</a:t>
            </a:r>
          </a:p>
          <a:p xmlns:a="http://schemas.openxmlformats.org/drawingml/2006/main">
            <a:r>
              <a:t/>
            </a:r>
          </a:p>
          <a:p xmlns:a="http://schemas.openxmlformats.org/drawingml/2006/main">
            <a:r>
              <a:t>“This is a new example. Imagine you already have ten dollars saved. How much more do you need?”</a:t>
            </a:r>
          </a:p>
          <a:p xmlns:a="http://schemas.openxmlformats.org/drawingml/2006/main">
            <a:r>
              <a:t/>
            </a:r>
          </a:p>
          <a:p xmlns:a="http://schemas.openxmlformats.org/drawingml/2006/main">
            <a:r>
              <a:t>Wait for students to work it out. Answer: twenty dollars, because thirty minus ten equals twenty. Invite a student with a raised hand to unmute and explain the subtraction.</a:t>
            </a:r>
          </a:p>
          <a:p xmlns:a="http://schemas.openxmlformats.org/drawingml/2006/main">
            <a:r>
              <a:t/>
            </a:r>
          </a:p>
          <a:p xmlns:a="http://schemas.openxmlformats.org/drawingml/2006/main">
            <a:r>
              <a:t>“Knowing the amount helps us make a plan. ‘Save some money’ is hard to track. ‘Save twenty more dollars for the set’ gives us something to work toward.”</a:t>
            </a:r>
          </a:p>
          <a:p xmlns:a="http://schemas.openxmlformats.org/drawingml/2006/main">
            <a:r>
              <a:t/>
            </a:r>
          </a:p>
          <a:p xmlns:a="http://schemas.openxmlformats.org/drawingml/2006/main">
            <a:r>
              <a:t>For grades 1–2, count from ten up to thirty together. Students can think along silently and share the final answer by chat or voice.</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1:30. RUNNING TIME: 11:45 to 13:15.</a:t>
            </a:r>
          </a:p>
          <a:p xmlns:a="http://schemas.openxmlformats.org/drawingml/2006/main">
            <a:r>
              <a:t/>
            </a:r>
          </a:p>
          <a:p xmlns:a="http://schemas.openxmlformats.org/drawingml/2006/main">
            <a:r>
              <a:t>WORK IT OUT TOGETHER</a:t>
            </a:r>
          </a:p>
          <a:p xmlns:a="http://schemas.openxmlformats.org/drawingml/2006/main">
            <a:r>
              <a:t>“Imagine you can put aside five dollars each week. You start with ten. What do you have after one week?”</a:t>
            </a:r>
          </a:p>
          <a:p xmlns:a="http://schemas.openxmlformats.org/drawingml/2006/main">
            <a:r>
              <a:t/>
            </a:r>
          </a:p>
          <a:p xmlns:a="http://schemas.openxmlformats.org/drawingml/2006/main">
            <a:r>
              <a:t>Use your cursor to point to each row on the shared slide. Pause while students work out the next amount, then read it aloud: fifteen, twenty, twenty-five, thirty. Invite one student to explain the pattern by voice or chat.</a:t>
            </a:r>
          </a:p>
          <a:p xmlns:a="http://schemas.openxmlformats.org/drawingml/2006/main">
            <a:r>
              <a:t/>
            </a:r>
          </a:p>
          <a:p xmlns:a="http://schemas.openxmlformats.org/drawingml/2006/main">
            <a:r>
              <a:t>“How many weeks until you reach thirty?” Answer: four.</a:t>
            </a:r>
          </a:p>
          <a:p xmlns:a="http://schemas.openxmlformats.org/drawingml/2006/main">
            <a:r>
              <a:t/>
            </a:r>
          </a:p>
          <a:p xmlns:a="http://schemas.openxmlformats.org/drawingml/2006/main">
            <a:r>
              <a:t>“What if you can only save a smaller amount?” Invite one answer. “The goal takes longer. You can change the amount or the date.”</a:t>
            </a:r>
          </a:p>
          <a:p xmlns:a="http://schemas.openxmlformats.org/drawingml/2006/main">
            <a:r>
              <a:t/>
            </a:r>
          </a:p>
          <a:p xmlns:a="http://schemas.openxmlformats.org/drawingml/2006/main">
            <a:r>
              <a:t>No interest or extra deposits beyond the stated five dollars are included. Do not imply every child receives money regularly. Say “if you can” and keep the example fictional. For older students, ask how long saving ten dollars a week would take: two weeks.</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2:30. RUNNING TIME: 13:15 to 15:45.</a:t>
            </a:r>
          </a:p>
          <a:p xmlns:a="http://schemas.openxmlformats.org/drawingml/2006/main">
            <a:r>
              <a:t/>
            </a:r>
          </a:p>
          <a:p xmlns:a="http://schemas.openxmlformats.org/drawingml/2006/main">
            <a:r>
              <a:t>INDIVIDUAL SAVING CHALLENGE</a:t>
            </a:r>
          </a:p>
          <a:p xmlns:a="http://schemas.openxmlformats.org/drawingml/2006/main">
            <a:r>
              <a:t>0:00–0:25: Read the slide. “This is a new pretend example. The art kit costs twenty-four dollars. You have six and can save three each week. How many weeks will it take?”</a:t>
            </a:r>
          </a:p>
          <a:p xmlns:a="http://schemas.openxmlformats.org/drawingml/2006/main">
            <a:r>
              <a:t/>
            </a:r>
          </a:p>
          <a:p xmlns:a="http://schemas.openxmlformats.org/drawingml/2006/main">
            <a:r>
              <a:t>0:25–1:10: Give everyone 45 seconds to work silently. They can count up, subtract and divide, or use optional paper. Ask them to wait before sending an answer so everyone has time.</a:t>
            </a:r>
          </a:p>
          <a:p xmlns:a="http://schemas.openxmlformats.org/drawingml/2006/main">
            <a:r>
              <a:t/>
            </a:r>
          </a:p>
          <a:p xmlns:a="http://schemas.openxmlformats.org/drawingml/2006/main">
            <a:r>
              <a:t>1:10–1:40: “Send your answer in chat, or raise your hand.” Invite one student to explain. Answer: six weeks. You need eighteen more dollars, and eighteen divided by three is six. Counting up gives nine, twelve, fifteen, eighteen, twenty-one, twenty-four.</a:t>
            </a:r>
          </a:p>
          <a:p xmlns:a="http://schemas.openxmlformats.org/drawingml/2006/main">
            <a:r>
              <a:t/>
            </a:r>
          </a:p>
          <a:p xmlns:a="http://schemas.openxmlformats.org/drawingml/2006/main">
            <a:r>
              <a:t>1:40–2:30: “What if you saved six dollars a week instead?” Give a short pause. Answer: three weeks. “What if you missed a week?” The date moves later unless the amount changes. Ask one student which method helped them find the answer. A saving plan can change when circumstances change.</a:t>
            </a:r>
          </a:p>
          <a:p xmlns:a="http://schemas.openxmlformats.org/drawingml/2006/main">
            <a:r>
              <a:t/>
            </a:r>
          </a:p>
          <a:p xmlns:a="http://schemas.openxmlformats.org/drawingml/2006/main">
            <a:r>
              <a:t>All prices and saving amounts are fictional. No interest is included. For younger students, guide the counting aloud and have them think along silently, then invite a voice answer.</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1:15. RUNNING TIME: 15:45 to 17:00.</a:t>
            </a:r>
          </a:p>
          <a:p xmlns:a="http://schemas.openxmlformats.org/drawingml/2006/main">
            <a:r>
              <a:t/>
            </a:r>
          </a:p>
          <a:p xmlns:a="http://schemas.openxmlformats.org/drawingml/2006/main">
            <a:r>
              <a:t>EXPLAIN</a:t>
            </a:r>
          </a:p>
          <a:p xmlns:a="http://schemas.openxmlformats.org/drawingml/2006/main">
            <a:r>
              <a:t>“Money can do different jobs. We can spend some on something now. We can save some for later. If we choose, we can share some to help others.”</a:t>
            </a:r>
          </a:p>
          <a:p xmlns:a="http://schemas.openxmlformats.org/drawingml/2006/main">
            <a:r>
              <a:t/>
            </a:r>
          </a:p>
          <a:p xmlns:a="http://schemas.openxmlformats.org/drawingml/2006/main">
            <a:r>
              <a:t>“You can use jars, envelopes, or a drawing to keep track. You do not need to use these exact jars or divide money into equal amounts.”</a:t>
            </a:r>
          </a:p>
          <a:p xmlns:a="http://schemas.openxmlformats.org/drawingml/2006/main">
            <a:r>
              <a:t/>
            </a:r>
          </a:p>
          <a:p xmlns:a="http://schemas.openxmlformats.org/drawingml/2006/main">
            <a:r>
              <a:t>ASK</a:t>
            </a:r>
          </a:p>
          <a:p xmlns:a="http://schemas.openxmlformats.org/drawingml/2006/main">
            <a:r>
              <a:t>“What is one way to help somebody without spending money?” Read two chat answers or invite raised hands. Examples include giving time or helping with a task.</a:t>
            </a:r>
          </a:p>
          <a:p xmlns:a="http://schemas.openxmlformats.org/drawingml/2006/main">
            <a:r>
              <a:t/>
            </a:r>
          </a:p>
          <a:p xmlns:a="http://schemas.openxmlformats.org/drawingml/2006/main">
            <a:r>
              <a:t>“Sharing money is one option. Helping can take other forms too.”</a:t>
            </a:r>
          </a:p>
          <a:p xmlns:a="http://schemas.openxmlformats.org/drawingml/2006/main">
            <a:r>
              <a:t/>
            </a:r>
          </a:p>
          <a:p xmlns:a="http://schemas.openxmlformats.org/drawingml/2006/main">
            <a:r>
              <a:t>Avoid assigning a required donation or a fixed saving percentage. Transition: “Now you get to make the plan.”</a:t>
            </a:r>
          </a:p>
          <a:p xmlns:a="http://schemas.openxmlformats.org/drawingml/2006/main">
            <a:r>
              <a:t/>
            </a:r>
          </a:p>
          <a:p xmlns:a="http://schemas.openxmlformats.org/drawingml/2006/main">
            <a:r>
              <a:t>ART: Original generated editorial illustration. Jars are illustrative and do not show a required allocation.</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4:00. RUNNING TIME: 17:00 to 21:00.</a:t>
            </a:r>
          </a:p>
          <a:p xmlns:a="http://schemas.openxmlformats.org/drawingml/2006/main">
            <a:r>
              <a:t/>
            </a:r>
          </a:p>
          <a:p xmlns:a="http://schemas.openxmlformats.org/drawingml/2006/main">
            <a:r>
              <a:t>FOUR-MINUTE INDIVIDUAL ACTIVITY</a:t>
            </a:r>
          </a:p>
          <a:p xmlns:a="http://schemas.openxmlformats.org/drawingml/2006/main">
            <a:r>
              <a:t>0:00–0:40: Keep this slide shared. “Back to our twenty-dollar gift. Imagine you’re planning a day out. In this pretend activity, lunch costs six dollars and you need to include it. Everything else is your choice. You can buy each listed item once. What you don’t spend can go toward saving or sharing.”</a:t>
            </a:r>
          </a:p>
          <a:p xmlns:a="http://schemas.openxmlformats.org/drawingml/2006/main">
            <a:r>
              <a:t/>
            </a:r>
          </a:p>
          <a:p xmlns:a="http://schemas.openxmlformats.org/drawingml/2006/main">
            <a:r>
              <a:t>“Make your own plan. Work out three amounts: what you’ll spend, what you’ll save, and what you’ll share. They must add up to twenty dollars. Zero is allowed for saving or sharing.”</a:t>
            </a:r>
          </a:p>
          <a:p xmlns:a="http://schemas.openxmlformats.org/drawingml/2006/main">
            <a:r>
              <a:t/>
            </a:r>
          </a:p>
          <a:p xmlns:a="http://schemas.openxmlformats.org/drawingml/2006/main">
            <a:r>
              <a:t>0:40–2:40: Give everyone two quiet minutes to think. Students can use paper, a note on their device, or mental math. No worksheet is required. Keep the menu visible and give a short reminder halfway through: “Remember to include lunch. How much do you have left?” Answer questions in chat or invite a raised hand without choosing the student’s plan for them.</a:t>
            </a:r>
          </a:p>
          <a:p xmlns:a="http://schemas.openxmlformats.org/drawingml/2006/main">
            <a:r>
              <a:t/>
            </a:r>
          </a:p>
          <a:p xmlns:a="http://schemas.openxmlformats.org/drawingml/2006/main">
            <a:r>
              <a:t>2:40–3:30: “Check your total. Did you include lunch? Does it all add up to twenty?” Ask students to get ready to share in the format “Buy __, save __, share __.” They can add the items they chose to buy. If chat is unavailable, ask them to keep their plan ready and raise a hand to share aloud.</a:t>
            </a:r>
          </a:p>
          <a:p xmlns:a="http://schemas.openxmlformats.org/drawingml/2006/main">
            <a:r>
              <a:t/>
            </a:r>
          </a:p>
          <a:p xmlns:a="http://schemas.openxmlformats.org/drawingml/2006/main">
            <a:r>
              <a:t>3:30–4:00: Invite students to send their plans in chat. Pick two different plans to discuss on the next slide, or invite two raised hands. Nobody has to share.</a:t>
            </a:r>
          </a:p>
          <a:p xmlns:a="http://schemas.openxmlformats.org/drawingml/2006/main">
            <a:r>
              <a:t/>
            </a:r>
          </a:p>
          <a:p xmlns:a="http://schemas.openxmlformats.org/drawingml/2006/main">
            <a:r>
              <a:t>All prices are fictional. For grades 1–2, lead one example on the shared slide using lunch, fruit and saving. Let students suggest choices in chat or by voice. Everyone stays together throughout the session.</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2:00. RUNNING TIME: 21:00 to 23:00.</a:t>
            </a:r>
          </a:p>
          <a:p xmlns:a="http://schemas.openxmlformats.org/drawingml/2006/main">
            <a:r>
              <a:t/>
            </a:r>
          </a:p>
          <a:p xmlns:a="http://schemas.openxmlformats.org/drawingml/2006/main">
            <a:r>
              <a:t>DISCUSSION</a:t>
            </a:r>
          </a:p>
          <a:p xmlns:a="http://schemas.openxmlformats.org/drawingml/2006/main">
            <a:r>
              <a:t>Read two different student plans from chat, or invite two students with raised hands to share. Spend about 30 seconds per student. Ask: “What did you choose, and why?”</a:t>
            </a:r>
          </a:p>
          <a:p xmlns:a="http://schemas.openxmlformats.org/drawingml/2006/main">
            <a:r>
              <a:t/>
            </a:r>
          </a:p>
          <a:p xmlns:a="http://schemas.openxmlformats.org/drawingml/2006/main">
            <a:r>
              <a:t>Then explain the sample plans: “Plan A includes a book. Plan B includes game tokens and sharing. Both pay for lunch. Both add up to twenty dollars.”</a:t>
            </a:r>
          </a:p>
          <a:p xmlns:a="http://schemas.openxmlformats.org/drawingml/2006/main">
            <a:r>
              <a:t/>
            </a:r>
          </a:p>
          <a:p xmlns:a="http://schemas.openxmlformats.org/drawingml/2006/main">
            <a:r>
              <a:t>“Which one is more like yours? What would you change?” Read two chat responses or invite raised hands.</a:t>
            </a:r>
          </a:p>
          <a:p xmlns:a="http://schemas.openxmlformats.org/drawingml/2006/main">
            <a:r>
              <a:t/>
            </a:r>
          </a:p>
          <a:p xmlns:a="http://schemas.openxmlformats.org/drawingml/2006/main">
            <a:r>
              <a:t>KEY POINT</a:t>
            </a:r>
          </a:p>
          <a:p xmlns:a="http://schemas.openxmlformats.org/drawingml/2006/main">
            <a:r>
              <a:t>“A budget is a plan for how to use money. It helps you see whether everything fits. People can make different plans because they care about different things.”</a:t>
            </a:r>
          </a:p>
          <a:p xmlns:a="http://schemas.openxmlformats.org/drawingml/2006/main">
            <a:r>
              <a:t/>
            </a:r>
          </a:p>
          <a:p xmlns:a="http://schemas.openxmlformats.org/drawingml/2006/main">
            <a:r>
              <a:t>If a student calls a plan bad, ask what goal that plan serves. Check arithmetic, not personal values. These are examples, not a ranking of good and bad budgets.</a:t>
            </a:r>
          </a:p>
          <a:p xmlns:a="http://schemas.openxmlformats.org/drawingml/2006/main">
            <a:r>
              <a:t/>
            </a:r>
          </a:p>
          <a:p xmlns:a="http://schemas.openxmlformats.org/drawingml/2006/main">
            <a:r>
              <a:t>ANSWERS</a:t>
            </a:r>
          </a:p>
          <a:p xmlns:a="http://schemas.openxmlformats.org/drawingml/2006/main">
            <a:r>
              <a:t>Plan A: 6 + 2 + 5 + 0 + 7 + 0 = 20.</a:t>
            </a:r>
          </a:p>
          <a:p xmlns:a="http://schemas.openxmlformats.org/drawingml/2006/main">
            <a:r>
              <a:t>Plan B: 6 + 0 + 0 + 4 + 8 + 2 = 20.</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3:00. RUNNING TIME: 23:00 to 26:00.</a:t>
            </a:r>
          </a:p>
          <a:p xmlns:a="http://schemas.openxmlformats.org/drawingml/2006/main">
            <a:r>
              <a:t/>
            </a:r>
          </a:p>
          <a:p xmlns:a="http://schemas.openxmlformats.org/drawingml/2006/main">
            <a:r>
              <a:t>THREE-MINUTE BUDGET CHECK</a:t>
            </a:r>
          </a:p>
          <a:p xmlns:a="http://schemas.openxmlformats.org/drawingml/2006/main">
            <a:r>
              <a:t>0:00–0:30: “Someone made this plan using the same menu. They have twenty dollars, but something does not fit. Let’s check it.” Read the amounts aloud. Lunch remains required in this fictional activity.</a:t>
            </a:r>
          </a:p>
          <a:p xmlns:a="http://schemas.openxmlformats.org/drawingml/2006/main">
            <a:r>
              <a:t/>
            </a:r>
          </a:p>
          <a:p xmlns:a="http://schemas.openxmlformats.org/drawingml/2006/main">
            <a:r>
              <a:t>0:30–1:00: Give students time to add the amounts. “How far over the limit are they?” Invite a chat answer or raised hand. The total is twenty-two dollars, which is two dollars more than they have.</a:t>
            </a:r>
          </a:p>
          <a:p xmlns:a="http://schemas.openxmlformats.org/drawingml/2006/main">
            <a:r>
              <a:t/>
            </a:r>
          </a:p>
          <a:p xmlns:a="http://schemas.openxmlformats.org/drawingml/2006/main">
            <a:r>
              <a:t>1:00–2:00: “Find one change that keeps lunch and brings the whole plan to twenty.” Give everyone one minute to work on their own. They can type the change when ready. Read two different solutions without judging the preference behind each.</a:t>
            </a:r>
          </a:p>
          <a:p xmlns:a="http://schemas.openxmlformats.org/drawingml/2006/main">
            <a:r>
              <a:t/>
            </a:r>
          </a:p>
          <a:p xmlns:a="http://schemas.openxmlformats.org/drawingml/2006/main">
            <a:r>
              <a:t>2:00–2:40: Check two solutions together. One option is skipping fruit: six plus zero plus five plus four plus five equals twenty. Another is reducing saving from five to three: six plus two plus five plus four plus three equals twenty. If someone skips game tokens, saving can increase from five to seven so every dollar still has a job.</a:t>
            </a:r>
          </a:p>
          <a:p xmlns:a="http://schemas.openxmlformats.org/drawingml/2006/main">
            <a:r>
              <a:t/>
            </a:r>
          </a:p>
          <a:p xmlns:a="http://schemas.openxmlformats.org/drawingml/2006/main">
            <a:r>
              <a:t>2:40–3:00: “Which change would you choose, and what would you give up?” Hear one reason. If students finish early, challenge them to keep both the book and five dollars of saving. Skipping fruit is one solution. All prices are fictional.</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1:30. RUNNING TIME: 26:00 to 27:30.</a:t>
            </a:r>
          </a:p>
          <a:p xmlns:a="http://schemas.openxmlformats.org/drawingml/2006/main">
            <a:r>
              <a:t/>
            </a:r>
          </a:p>
          <a:p xmlns:a="http://schemas.openxmlformats.org/drawingml/2006/main">
            <a:r>
              <a:t>SCENARIO</a:t>
            </a:r>
          </a:p>
          <a:p xmlns:a="http://schemas.openxmlformats.org/drawingml/2006/main">
            <a:r>
              <a:t>“Imagine you need a replacement bottle for your day out. It costs three dollars in our example. You still only have twenty dollars. Where can that three dollars come from?”</a:t>
            </a:r>
          </a:p>
          <a:p xmlns:a="http://schemas.openxmlformats.org/drawingml/2006/main">
            <a:r>
              <a:t/>
            </a:r>
          </a:p>
          <a:p xmlns:a="http://schemas.openxmlformats.org/drawingml/2006/main">
            <a:r>
              <a:t>Return to the original twenty-dollar plans students made before the budget check. Give everyone 20 seconds to change their own plan. Ask them to type the change in chat, such as “Skip the game tokens,” or raise a hand to explain. Read or hear two answers. They might skip fruit and reduce saving by a dollar, skip game tokens and save the spare dollar, or change another optional choice.</a:t>
            </a:r>
          </a:p>
          <a:p xmlns:a="http://schemas.openxmlformats.org/drawingml/2006/main">
            <a:r>
              <a:t/>
            </a:r>
          </a:p>
          <a:p xmlns:a="http://schemas.openxmlformats.org/drawingml/2006/main">
            <a:r>
              <a:t>“Plans can change when something unexpected happens. Money we keep aside gives us options.”</a:t>
            </a:r>
          </a:p>
          <a:p xmlns:a="http://schemas.openxmlformats.org/drawingml/2006/main">
            <a:r>
              <a:t/>
            </a:r>
          </a:p>
          <a:p xmlns:a="http://schemas.openxmlformats.org/drawingml/2006/main">
            <a:r>
              <a:t>For Plan B, one possible revision is lunch six, game tokens four, bottle three, save five, share two. Total: twenty. Do not tell students they must preserve the sharing amount.</a:t>
            </a:r>
          </a:p>
          <a:p xmlns:a="http://schemas.openxmlformats.org/drawingml/2006/main">
            <a:r>
              <a:t/>
            </a:r>
          </a:p>
          <a:p xmlns:a="http://schemas.openxmlformats.org/drawingml/2006/main">
            <a:r>
              <a:t>There are also real-world alternatives such as using a spare bottle or asking an adult about safe drinking-water access. Acknowledge those ideas. The point is to adjust a budget within its limit.</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1:30. RUNNING TIME: 27:30 to 29:00.</a:t>
            </a:r>
          </a:p>
          <a:p xmlns:a="http://schemas.openxmlformats.org/drawingml/2006/main">
            <a:r>
              <a:t/>
            </a:r>
          </a:p>
          <a:p xmlns:a="http://schemas.openxmlformats.org/drawingml/2006/main">
            <a:r>
              <a:t>ASK</a:t>
            </a:r>
          </a:p>
          <a:p xmlns:a="http://schemas.openxmlformats.org/drawingml/2006/main">
            <a:r>
              <a:t>“One notebook costs three dollars. Two cost five dollars. You only need one today. Which would you pick?”</a:t>
            </a:r>
          </a:p>
          <a:p xmlns:a="http://schemas.openxmlformats.org/drawingml/2006/main">
            <a:r>
              <a:t/>
            </a:r>
          </a:p>
          <a:p xmlns:a="http://schemas.openxmlformats.org/drawingml/2006/main">
            <a:r>
              <a:t>Ask students to type “one” or “two” in chat. Invite one student who chose each option to explain, one at a time.</a:t>
            </a:r>
          </a:p>
          <a:p xmlns:a="http://schemas.openxmlformats.org/drawingml/2006/main">
            <a:r>
              <a:t/>
            </a:r>
          </a:p>
          <a:p xmlns:a="http://schemas.openxmlformats.org/drawingml/2006/main">
            <a:r>
              <a:t>DISCUSS</a:t>
            </a:r>
          </a:p>
          <a:p xmlns:a="http://schemas.openxmlformats.org/drawingml/2006/main">
            <a:r>
              <a:t>“The pair costs less for each notebook. But buying it means spending two extra dollars today. If you have a use for the second notebook, that could make sense. If you don’t, you may prefer to keep those two dollars.”</a:t>
            </a:r>
          </a:p>
          <a:p xmlns:a="http://schemas.openxmlformats.org/drawingml/2006/main">
            <a:r>
              <a:t/>
            </a:r>
          </a:p>
          <a:p xmlns:a="http://schemas.openxmlformats.org/drawingml/2006/main">
            <a:r>
              <a:t>“For a bigger purchase, you can also pause and compare another store before deciding.”</a:t>
            </a:r>
          </a:p>
          <a:p xmlns:a="http://schemas.openxmlformats.org/drawingml/2006/main">
            <a:r>
              <a:t/>
            </a:r>
          </a:p>
          <a:p xmlns:a="http://schemas.openxmlformats.org/drawingml/2006/main">
            <a:r>
              <a:t>Older students: two notebooks for five dollars means two dollars and fifty cents each. Younger students: stay with the total cost of three versus five. All prices are made up for practice.</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2:00. RUNNING TIME: 29:00 to 31:00.</a:t>
            </a:r>
          </a:p>
          <a:p xmlns:a="http://schemas.openxmlformats.org/drawingml/2006/main">
            <a:r>
              <a:t/>
            </a:r>
          </a:p>
          <a:p xmlns:a="http://schemas.openxmlformats.org/drawingml/2006/main">
            <a:r>
              <a:t>A SHOPPING DECISION</a:t>
            </a:r>
          </a:p>
          <a:p xmlns:a="http://schemas.openxmlformats.org/drawingml/2006/main">
            <a:r>
              <a:t>0:00–0:25: “You see an eight-dollar item with the words ‘Sale ends tonight.’ You had planned to save that money. What would you want to know before deciding?” This is a fictional ad, with no real product or link.</a:t>
            </a:r>
          </a:p>
          <a:p xmlns:a="http://schemas.openxmlformats.org/drawingml/2006/main">
            <a:r>
              <a:t/>
            </a:r>
          </a:p>
          <a:p xmlns:a="http://schemas.openxmlformats.org/drawingml/2006/main">
            <a:r>
              <a:t>0:25–0:50: Give everyone 25 seconds to think. Invite short chat answers or raised hands.</a:t>
            </a:r>
          </a:p>
          <a:p xmlns:a="http://schemas.openxmlformats.org/drawingml/2006/main">
            <a:r>
              <a:t/>
            </a:r>
          </a:p>
          <a:p xmlns:a="http://schemas.openxmlformats.org/drawingml/2006/main">
            <a:r>
              <a:t>0:50–1:30: Discuss two or three questions from students. Helpful examples: Did I want it before seeing the sale? What is the total cost? Does another store offer a similar price? What happens to my saving goal? Would I still choose it if the ad did not have a countdown?</a:t>
            </a:r>
          </a:p>
          <a:p xmlns:a="http://schemas.openxmlformats.org/drawingml/2006/main">
            <a:r>
              <a:t/>
            </a:r>
          </a:p>
          <a:p xmlns:a="http://schemas.openxmlformats.org/drawingml/2006/main">
            <a:r>
              <a:t>1:30–2:00: “A sale can be useful when it fits what you already need or want. The deadline can also make you feel rushed. You can pause and check your plan.” Ask one student whether the words ‘sale ends tonight’ change what they know about the item itself. Acknowledge that a real deadline may exist, but it does not make an item worth buying for everyone.</a:t>
            </a:r>
          </a:p>
          <a:p xmlns:a="http://schemas.openxmlformats.org/drawingml/2006/main">
            <a:r>
              <a:t/>
            </a:r>
          </a:p>
          <a:p xmlns:a="http://schemas.openxmlformats.org/drawingml/2006/main">
            <a:r>
              <a:t>If students finish quickly, ask how they would respond if a friend said, “You have to get it now.” Online purchases should involve a trusted adult.</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1:45. RUNNING TIME: 31:00 to 32:45.</a:t>
            </a:r>
          </a:p>
          <a:p xmlns:a="http://schemas.openxmlformats.org/drawingml/2006/main">
            <a:r>
              <a:t/>
            </a:r>
          </a:p>
          <a:p xmlns:a="http://schemas.openxmlformats.org/drawingml/2006/main">
            <a:r>
              <a:t>EXPLAIN</a:t>
            </a:r>
          </a:p>
          <a:p xmlns:a="http://schemas.openxmlformats.org/drawingml/2006/main">
            <a:r>
              <a:t>“When someone taps a card, it can look as if the card pays for everything. A debit card uses money from a bank account. A credit card lets someone borrow money that they have to repay.”</a:t>
            </a:r>
          </a:p>
          <a:p xmlns:a="http://schemas.openxmlformats.org/drawingml/2006/main">
            <a:r>
              <a:t/>
            </a:r>
          </a:p>
          <a:p xmlns:a="http://schemas.openxmlformats.org/drawingml/2006/main">
            <a:r>
              <a:t>“Borrowing can have an extra cost called interest. In this pretend example, you borrow ten dollars and the interest is one dollar. How much do you repay?”</a:t>
            </a:r>
          </a:p>
          <a:p xmlns:a="http://schemas.openxmlformats.org/drawingml/2006/main">
            <a:r>
              <a:t/>
            </a:r>
          </a:p>
          <a:p xmlns:a="http://schemas.openxmlformats.org/drawingml/2006/main">
            <a:r>
              <a:t>Give a few seconds for chat answers, or invite a raised hand. The answer is eleven dollars. “Exactly. The thing cost ten dollars, but paying later with that interest cost eleven.”</a:t>
            </a:r>
          </a:p>
          <a:p xmlns:a="http://schemas.openxmlformats.org/drawingml/2006/main">
            <a:r>
              <a:t/>
            </a:r>
          </a:p>
          <a:p xmlns:a="http://schemas.openxmlformats.org/drawingml/2006/main">
            <a:r>
              <a:t>IMPORTANT DETAIL</a:t>
            </a:r>
          </a:p>
          <a:p xmlns:a="http://schemas.openxmlformats.org/drawingml/2006/main">
            <a:r>
              <a:t>“Adults can often avoid interest on credit-card purchases by paying the full statement balance on time each month. The rules matter.” Standard purchase grace periods may not apply to all transactions or accounts. Do not expand into those details unless asked.</a:t>
            </a:r>
          </a:p>
          <a:p xmlns:a="http://schemas.openxmlformats.org/drawingml/2006/main">
            <a:r>
              <a:t/>
            </a:r>
          </a:p>
          <a:p xmlns:a="http://schemas.openxmlformats.org/drawingml/2006/main">
            <a:r>
              <a:t>ASK</a:t>
            </a:r>
          </a:p>
          <a:p xmlns:a="http://schemas.openxmlformats.org/drawingml/2006/main">
            <a:r>
              <a:t>“Before borrowing, what would you want to know?” Accept: total repayment, when it is due, and whether you can repay it.</a:t>
            </a:r>
          </a:p>
          <a:p xmlns:a="http://schemas.openxmlformats.org/drawingml/2006/main">
            <a:r>
              <a:t/>
            </a:r>
          </a:p>
          <a:p xmlns:a="http://schemas.openxmlformats.org/drawingml/2006/main">
            <a:r>
              <a:t>For younger students, explain simply: a card uses real money, and borrowed money has to be paid back.</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https://www.consumerfinance.gov/consumer-tools/money-as-you-grow/school-age-children-preteens/explore-borrowing/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1:30. RUNNING TIME: 32:45 to 34:15.</a:t>
            </a:r>
          </a:p>
          <a:p xmlns:a="http://schemas.openxmlformats.org/drawingml/2006/main">
            <a:r>
              <a:t/>
            </a:r>
          </a:p>
          <a:p xmlns:a="http://schemas.openxmlformats.org/drawingml/2006/main">
            <a:r>
              <a:t>EXPLAIN</a:t>
            </a:r>
          </a:p>
          <a:p xmlns:a="http://schemas.openxmlformats.org/drawingml/2006/main">
            <a:r>
              <a:t>“We just talked about interest you pay when you borrow. Some savings accounts pay interest to you.”</a:t>
            </a:r>
          </a:p>
          <a:p xmlns:a="http://schemas.openxmlformats.org/drawingml/2006/main">
            <a:r>
              <a:t/>
            </a:r>
          </a:p>
          <a:p xmlns:a="http://schemas.openxmlformats.org/drawingml/2006/main">
            <a:r>
              <a:t>“For easy math, imagine one hundred dollars earns ten percent each year. Ten percent means ten dollars for every hundred dollars. After the first year, you have one hundred and ten.”</a:t>
            </a:r>
          </a:p>
          <a:p xmlns:a="http://schemas.openxmlformats.org/drawingml/2006/main">
            <a:r>
              <a:t/>
            </a:r>
          </a:p>
          <a:p xmlns:a="http://schemas.openxmlformats.org/drawingml/2006/main">
            <a:r>
              <a:t>“Now the account can earn interest on all one hundred and ten dollars. After the next year, it has one hundred and twenty-one. That second year adds eleven dollars instead of ten.”</a:t>
            </a:r>
          </a:p>
          <a:p xmlns:a="http://schemas.openxmlformats.org/drawingml/2006/main">
            <a:r>
              <a:t/>
            </a:r>
          </a:p>
          <a:p xmlns:a="http://schemas.openxmlformats.org/drawingml/2006/main">
            <a:r>
              <a:t>“That is compound interest: earning interest on earlier interest as well as the money you started with.”</a:t>
            </a:r>
          </a:p>
          <a:p xmlns:a="http://schemas.openxmlformats.org/drawingml/2006/main">
            <a:r>
              <a:t/>
            </a:r>
          </a:p>
          <a:p xmlns:a="http://schemas.openxmlformats.org/drawingml/2006/main">
            <a:r>
              <a:t>The ten percent is only a teaching assumption, not a typical bank rate, current offer or promised return. Assume annual compounding, a constant rate, no deposits, withdrawals, fees or taxes. Do not imply physical coins in a jar earn interest.</a:t>
            </a:r>
          </a:p>
          <a:p xmlns:a="http://schemas.openxmlformats.org/drawingml/2006/main">
            <a:r>
              <a:t/>
            </a:r>
          </a:p>
          <a:p xmlns:a="http://schemas.openxmlformats.org/drawingml/2006/main">
            <a:r>
              <a:t>For grades 1–2, say “Some bank accounts add a little money over time. Ask a trusted adult how your account works,” then use the time for questions.</a:t>
            </a:r>
          </a:p>
          <a:p xmlns:a="http://schemas.openxmlformats.org/drawingml/2006/main">
            <a:r>
              <a:t/>
            </a:r>
          </a:p>
          <a:p xmlns:a="http://schemas.openxmlformats.org/drawingml/2006/main">
            <a:r>
              <a:t>SOURCES</a:t>
            </a:r>
          </a:p>
          <a:p xmlns:a="http://schemas.openxmlformats.org/drawingml/2006/main">
            <a:r>
              <a:t>https://www.investor.gov/introduction-investing/investing-basics/save-and-invest/small-savings-add-big-money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1:30. RUNNING TIME: 34:15 to 35:45.</a:t>
            </a:r>
          </a:p>
          <a:p xmlns:a="http://schemas.openxmlformats.org/drawingml/2006/main">
            <a:r>
              <a:t/>
            </a:r>
          </a:p>
          <a:p xmlns:a="http://schemas.openxmlformats.org/drawingml/2006/main">
            <a:r>
              <a:t>EXPLAIN</a:t>
            </a:r>
          </a:p>
          <a:p xmlns:a="http://schemas.openxmlformats.org/drawingml/2006/main">
            <a:r>
              <a:t>“Saving usually means keeping money available for a goal or an unexpected cost. Investing means buying something, such as a stock, hoping it grows in value over time.”</a:t>
            </a:r>
          </a:p>
          <a:p xmlns:a="http://schemas.openxmlformats.org/drawingml/2006/main">
            <a:r>
              <a:t/>
            </a:r>
          </a:p>
          <a:p xmlns:a="http://schemas.openxmlformats.org/drawingml/2006/main">
            <a:r>
              <a:t>“A stock is a small ownership piece of a company. If you invest ten dollars, the value might rise to twelve dollars. It might also fall to eight dollars. These are made-up possibilities, not predictions.”</a:t>
            </a:r>
          </a:p>
          <a:p xmlns:a="http://schemas.openxmlformats.org/drawingml/2006/main">
            <a:r>
              <a:t/>
            </a:r>
          </a:p>
          <a:p xmlns:a="http://schemas.openxmlformats.org/drawingml/2006/main">
            <a:r>
              <a:t>ASK</a:t>
            </a:r>
          </a:p>
          <a:p xmlns:a="http://schemas.openxmlformats.org/drawingml/2006/main">
            <a:r>
              <a:t>“If you need all ten dollars for lunch tomorrow, would you want to risk only having eight?” Take a brief yes or no in chat, then invite one student to explain.</a:t>
            </a:r>
          </a:p>
          <a:p xmlns:a="http://schemas.openxmlformats.org/drawingml/2006/main">
            <a:r>
              <a:t/>
            </a:r>
          </a:p>
          <a:p xmlns:a="http://schemas.openxmlformats.org/drawingml/2006/main">
            <a:r>
              <a:t>“Money you need soon is usually better kept in a suitable savings place. Investing is something to learn about with a trusted adult for longer-term goals. Time can give an investment more opportunity to grow, but it cannot guarantee a profit.”</a:t>
            </a:r>
          </a:p>
          <a:p xmlns:a="http://schemas.openxmlformats.org/drawingml/2006/main">
            <a:r>
              <a:t/>
            </a:r>
          </a:p>
          <a:p xmlns:a="http://schemas.openxmlformats.org/drawingml/2006/main">
            <a:r>
              <a:t>If asked about picking companies, explain that funds can hold many investments and spread risk, but they can lose money too. Do not recommend a stock or imply that a popular product guarantees a profitable company.</a:t>
            </a:r>
          </a:p>
          <a:p xmlns:a="http://schemas.openxmlformats.org/drawingml/2006/main">
            <a:r>
              <a:t/>
            </a:r>
          </a:p>
          <a:p xmlns:a="http://schemas.openxmlformats.org/drawingml/2006/main">
            <a:r>
              <a:t>SOURCES</a:t>
            </a:r>
          </a:p>
          <a:p xmlns:a="http://schemas.openxmlformats.org/drawingml/2006/main">
            <a:r>
              <a:t>https://www.investor.gov/introduction-investing</a:t>
            </a:r>
          </a:p>
          <a:p xmlns:a="http://schemas.openxmlformats.org/drawingml/2006/main">
            <a:r>
              <a:t>https://www.investor.gov/introduction-investing/investing-basics/investment-products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2:00. RUNNING TIME: 35:45 to 37:45.</a:t>
            </a:r>
          </a:p>
          <a:p xmlns:a="http://schemas.openxmlformats.org/drawingml/2006/main">
            <a:r>
              <a:t/>
            </a:r>
          </a:p>
          <a:p xmlns:a="http://schemas.openxmlformats.org/drawingml/2006/main">
            <a:r>
              <a:t>ONLINE MONEY SAFETY</a:t>
            </a:r>
          </a:p>
          <a:p xmlns:a="http://schemas.openxmlformats.org/drawingml/2006/main">
            <a:r>
              <a:t>0:00–0:25: Read the fictional message aloud. “Imagine a message offers free game coins but asks for a card number. What would you do first?” There is no real link to click and no account information to share.</a:t>
            </a:r>
          </a:p>
          <a:p xmlns:a="http://schemas.openxmlformats.org/drawingml/2006/main">
            <a:r>
              <a:t/>
            </a:r>
          </a:p>
          <a:p xmlns:a="http://schemas.openxmlformats.org/drawingml/2006/main">
            <a:r>
              <a:t>0:25–0:50: Give students 25 seconds to think and respond in chat or by raising a hand. Read two different responses.</a:t>
            </a:r>
          </a:p>
          <a:p xmlns:a="http://schemas.openxmlformats.org/drawingml/2006/main">
            <a:r>
              <a:t/>
            </a:r>
          </a:p>
          <a:p xmlns:a="http://schemas.openxmlformats.org/drawingml/2006/main">
            <a:r>
              <a:t>0:50–1:30: “Pause before clicking or entering information. Show the message to a trusted adult. Keep passwords, card details, addresses and other private information out of messages like this. Ask an adult before buying something online.” Do not ask students to give examples of their own passwords, usernames or card details.</a:t>
            </a:r>
          </a:p>
          <a:p xmlns:a="http://schemas.openxmlformats.org/drawingml/2006/main">
            <a:r>
              <a:t/>
            </a:r>
          </a:p>
          <a:p xmlns:a="http://schemas.openxmlformats.org/drawingml/2006/main">
            <a:r>
              <a:t>1:30–2:00: “What if you already clicked?” Explain calmly: “Tell a trusted adult right away so they can help.” The aim is getting help, not making someone afraid to admit a mistake. If students finish early, ask whether a promise of something free is enough to know a message is safe. Answer: no. A trusted adult can help check the actual source.</a:t>
            </a:r>
          </a:p>
          <a:p xmlns:a="http://schemas.openxmlformats.org/drawingml/2006/main">
            <a:r>
              <a:t/>
            </a:r>
          </a:p>
          <a:p xmlns:a="http://schemas.openxmlformats.org/drawingml/2006/main">
            <a:r>
              <a:t>Use the meeting’s chat only for answers to the fictional scenario. Students should not paste suspicious links into the session.</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https://www.consumerfinance.gov/consumer-tools/money-as-you-grow/school-age-children-preteens/explore-protecting/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3:30. RUNNING TIME: 37:45 to 41:15.</a:t>
            </a:r>
          </a:p>
          <a:p xmlns:a="http://schemas.openxmlformats.org/drawingml/2006/main">
            <a:r>
              <a:t/>
            </a:r>
          </a:p>
          <a:p xmlns:a="http://schemas.openxmlformats.org/drawingml/2006/main">
            <a:r>
              <a:t>FINAL INDIVIDUAL DECISION</a:t>
            </a:r>
          </a:p>
          <a:p xmlns:a="http://schemas.openxmlformats.org/drawingml/2006/main">
            <a:r>
              <a:t>0:00–0:35: “You have twenty dollars. A game costs twelve. You planned to save eight dollars. Then a friend says everyone has a five-dollar add-on. What would your plan be?” Explain that these are fictional prices and that any real online purchase needs a trusted adult’s permission.</a:t>
            </a:r>
          </a:p>
          <a:p xmlns:a="http://schemas.openxmlformats.org/drawingml/2006/main">
            <a:r>
              <a:t/>
            </a:r>
          </a:p>
          <a:p xmlns:a="http://schemas.openxmlformats.org/drawingml/2006/main">
            <a:r>
              <a:t>0:35–1:20: Give everyone 45 seconds to think on their own. “Can the game, the add-on and eight dollars of saving all fit?” The combined amount is twenty-five dollars, which exceeds the available money by five dollars.</a:t>
            </a:r>
          </a:p>
          <a:p xmlns:a="http://schemas.openxmlformats.org/drawingml/2006/main">
            <a:r>
              <a:t/>
            </a:r>
          </a:p>
          <a:p xmlns:a="http://schemas.openxmlformats.org/drawingml/2006/main">
            <a:r>
              <a:t>1:20–2:20: Invite students to share a plan and one reason in chat, or raise a hand to explain. Read or hear two plans. Possible choices include the game for twelve and saving eight, buying both for seventeen and saving three, or waiting and saving all twenty. Other plans can work too, as long as they use at most twenty dollars and count any money kept as saving.</a:t>
            </a:r>
          </a:p>
          <a:p xmlns:a="http://schemas.openxmlformats.org/drawingml/2006/main">
            <a:r>
              <a:t/>
            </a:r>
          </a:p>
          <a:p xmlns:a="http://schemas.openxmlformats.org/drawingml/2006/main">
            <a:r>
              <a:t>2:20–3:00: “If you change your saving amount, what happens to that goal? How much should your friend’s choice matter to your own plan?” Hear one response. There is no single required preference. Check the arithmetic and help students explain the tradeoff.</a:t>
            </a:r>
          </a:p>
          <a:p xmlns:a="http://schemas.openxmlformats.org/drawingml/2006/main">
            <a:r>
              <a:t/>
            </a:r>
          </a:p>
          <a:p xmlns:a="http://schemas.openxmlformats.org/drawingml/2006/main">
            <a:r>
              <a:t>3:00–3:30: Ask one last question: “What information might change your mind?” For example, how much they would use the game, what the add-on actually does, or whether an adult agrees to the purchase. Then move into the personal reflection.</a:t>
            </a:r>
          </a:p>
          <a:p xmlns:a="http://schemas.openxmlformats.org/drawingml/2006/main">
            <a:r>
              <a:t/>
            </a:r>
          </a:p>
          <a:p xmlns:a="http://schemas.openxmlformats.org/drawingml/2006/main">
            <a:r>
              <a:t>If students finish quickly, add this extension within the same time: “What if the add-on needs another five-dollar payment next week?” Ask what ongoing payments would do to the plan. This is an extra fictional condition, not a claim about any real game.</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a:p xmlns:a="http://schemas.openxmlformats.org/drawingml/2006/main">
            <a:r>
              <a:t>https://www.consumerfinance.gov/consumer-tools/money-as-you-grow/school-age-children-preteens/explore-protecting/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1:15. RUNNING TIME: 41:15 to 42:30.</a:t>
            </a:r>
          </a:p>
          <a:p xmlns:a="http://schemas.openxmlformats.org/drawingml/2006/main">
            <a:r>
              <a:t/>
            </a:r>
          </a:p>
          <a:p xmlns:a="http://schemas.openxmlformats.org/drawingml/2006/main">
            <a:r>
              <a:t>REFLECT</a:t>
            </a:r>
          </a:p>
          <a:p xmlns:a="http://schemas.openxmlformats.org/drawingml/2006/main">
            <a:r>
              <a:t>“Think of one thing from today that you could try. It can be something small.”</a:t>
            </a:r>
          </a:p>
          <a:p xmlns:a="http://schemas.openxmlformats.org/drawingml/2006/main">
            <a:r>
              <a:t/>
            </a:r>
          </a:p>
          <a:p xmlns:a="http://schemas.openxmlformats.org/drawingml/2006/main">
            <a:r>
              <a:t>Give everyone 20 seconds to finish the sentence quietly. Students can write privately or just think. Then invite them to share one idea in chat or raise a hand to speak. Read or hear two examples.</a:t>
            </a:r>
          </a:p>
          <a:p xmlns:a="http://schemas.openxmlformats.org/drawingml/2006/main">
            <a:r>
              <a:t/>
            </a:r>
          </a:p>
          <a:p xmlns:a="http://schemas.openxmlformats.org/drawingml/2006/main">
            <a:r>
              <a:t>If students need help, offer the examples on the slide. Do not require a saving pledge, donation or public statement about family finances.</a:t>
            </a:r>
          </a:p>
          <a:p xmlns:a="http://schemas.openxmlformats.org/drawingml/2006/main">
            <a:r>
              <a:t/>
            </a:r>
          </a:p>
          <a:p xmlns:a="http://schemas.openxmlformats.org/drawingml/2006/main">
            <a:r>
              <a:t>“There’s no need to do everything at once. You can try one idea and see how it works.”</a:t>
            </a:r>
          </a:p>
          <a:p xmlns:a="http://schemas.openxmlformats.org/drawingml/2006/main">
            <a:r>
              <a:t/>
            </a:r>
          </a:p>
          <a:p xmlns:a="http://schemas.openxmlformats.org/drawingml/2006/main">
            <a:r>
              <a:t>For younger students, invite them to name the thing they want to save for by chat or voice. Drawing privately is optional. For older students, ask them to make the action specific: what goal, which price comparison, or what purchase they would pause over.</a:t>
            </a:r>
          </a:p>
          <a:p xmlns:a="http://schemas.openxmlformats.org/drawingml/2006/main">
            <a:r>
              <a:t/>
            </a:r>
          </a:p>
          <a:p xmlns:a="http://schemas.openxmlformats.org/drawingml/2006/main">
            <a:r>
              <a:t>SOURCES</a:t>
            </a:r>
          </a:p>
          <a:p xmlns:a="http://schemas.openxmlformats.org/drawingml/2006/main">
            <a:r>
              <a:t>https://www.consumerfinance.gov/consumer-tools/money-as-you-grow/school-age-children-preteens/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2:30. RUNNING TIME: 42:30 to 45:00.</a:t>
            </a:r>
          </a:p>
          <a:p xmlns:a="http://schemas.openxmlformats.org/drawingml/2006/main">
            <a:r>
              <a:t/>
            </a:r>
          </a:p>
          <a:p xmlns:a="http://schemas.openxmlformats.org/drawingml/2006/main">
            <a:r>
              <a:t>QUESTIONS AND CLOSE</a:t>
            </a:r>
          </a:p>
          <a:p xmlns:a="http://schemas.openxmlformats.org/drawingml/2006/main">
            <a:r>
              <a:t>Allow about two minutes for student questions and thirty seconds to close.</a:t>
            </a:r>
          </a:p>
          <a:p xmlns:a="http://schemas.openxmlformats.org/drawingml/2006/main">
            <a:r>
              <a:t/>
            </a:r>
          </a:p>
          <a:p xmlns:a="http://schemas.openxmlformats.org/drawingml/2006/main">
            <a:r>
              <a:t>“What is something you’re still wondering about? You can type it in chat or raise your hand.” Wait at least five seconds. Children often need time to form a question. Read questions aloud before answering so everyone can follow. Invite one student at a time to unmute.</a:t>
            </a:r>
          </a:p>
          <a:p xmlns:a="http://schemas.openxmlformats.org/drawingml/2006/main">
            <a:r>
              <a:t/>
            </a:r>
          </a:p>
          <a:p xmlns:a="http://schemas.openxmlformats.org/drawingml/2006/main">
            <a:r>
              <a:t>If nobody responds, use one prompt: “What would change your twenty-dollar plan?” or “Why might borrowing cost more than paying now?”</a:t>
            </a:r>
          </a:p>
          <a:p xmlns:a="http://schemas.openxmlformats.org/drawingml/2006/main">
            <a:r>
              <a:t/>
            </a:r>
          </a:p>
          <a:p xmlns:a="http://schemas.openxmlformats.org/drawingml/2006/main">
            <a:r>
              <a:t>If you don’t know an answer, say: “I’m not sure. Let’s write that down and check a reliable source.” For questions about a family’s situation, acknowledge the question without asking for private details. Suggest talking with a trusted adult.</a:t>
            </a:r>
          </a:p>
          <a:p xmlns:a="http://schemas.openxmlformats.org/drawingml/2006/main">
            <a:r>
              <a:t/>
            </a:r>
          </a:p>
          <a:p xmlns:a="http://schemas.openxmlformats.org/drawingml/2006/main">
            <a:r>
              <a:t>If a child asks whether it is too late for an adult to start saving or investing: “Starting later doesn’t mean someone has no options. What makes sense depends on their needs and situation, and a trusted adult can help them find reliable information.” Avoid making a promise about their parents’ outcomes.</a:t>
            </a:r>
          </a:p>
          <a:p xmlns:a="http://schemas.openxmlformats.org/drawingml/2006/main">
            <a:r>
              <a:t/>
            </a:r>
          </a:p>
          <a:p xmlns:a="http://schemas.openxmlformats.org/drawingml/2006/main">
            <a:r>
              <a:t>CLOSE</a:t>
            </a:r>
          </a:p>
          <a:p xmlns:a="http://schemas.openxmlformats.org/drawingml/2006/main">
            <a:r>
              <a:t>“Today you made a budget, changed it when something happened, and thought about what mattered to you. Thanks for sharing your ideas. I hope you leave with one thing you want to 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SESSION</a:t>
            </a:r>
          </a:p>
          <a:p xmlns:a="http://schemas.openxmlformats.org/drawingml/2006/main">
            <a:r>
              <a:t>This slide and the next are hidden in Slide Show. Present slides 1–24 only. The planned timings total 45 minutes, including individual thinking time, six added practice sections, live responses and questions. Everyone stays in the same online session. Start a timer when you begin and keep the speaker notes in your presenter view.</a:t>
            </a:r>
          </a:p>
          <a:p xmlns:a="http://schemas.openxmlformats.org/drawingml/2006/main">
            <a:r>
              <a:t/>
            </a:r>
          </a:p>
          <a:p xmlns:a="http://schemas.openxmlformats.org/drawingml/2006/main">
            <a:r>
              <a:t>ONLINE SETUP</a:t>
            </a:r>
          </a:p>
          <a:p xmlns:a="http://schemas.openxmlformats.org/drawingml/2006/main">
            <a:r>
              <a:t>Share only the slide-show window so your notes stay private. Check readability. Use chat for short answers and raised hands to invite one student at a time to unmute. Cameras can stay off. If chat is unavailable, use raised hands and spoken answers. Students can think silently whenever they prefer.</a:t>
            </a:r>
          </a:p>
          <a:p xmlns:a="http://schemas.openxmlformats.org/drawingml/2006/main">
            <a:r>
              <a:t/>
            </a:r>
          </a:p>
          <a:p xmlns:a="http://schemas.openxmlformats.org/drawingml/2006/main">
            <a:r>
              <a:t>Students do not need a worksheet or a second device. Paper and a pencil are optional. Read every prompt aloud, leave activity details visible, and let students finish thinking before you explain the answer.</a:t>
            </a:r>
          </a:p>
          <a:p xmlns:a="http://schemas.openxmlformats.org/drawingml/2006/main">
            <a:r>
              <a:t/>
            </a:r>
          </a:p>
          <a:p xmlns:a="http://schemas.openxmlformats.org/drawingml/2006/main">
            <a:r>
              <a:t>PACING CHECKPOINTS</a:t>
            </a:r>
          </a:p>
          <a:p xmlns:a="http://schemas.openxmlformats.org/drawingml/2006/main">
            <a:r>
              <a:t>Start slide 8 at 10:15. Start slide 12 at 17:00. Start slide 18 at 31:00. Start reflection on slide 23 at 41:15. Final questions run from 42:30 to 45:00.</a:t>
            </a:r>
          </a:p>
          <a:p xmlns:a="http://schemas.openxmlformats.org/drawingml/2006/main">
            <a:r>
              <a:t/>
            </a:r>
          </a:p>
          <a:p xmlns:a="http://schemas.openxmlformats.org/drawingml/2006/main">
            <a:r>
              <a:t>IF YOU SPEAK QUICKLY</a:t>
            </a:r>
          </a:p>
          <a:p xmlns:a="http://schemas.openxmlformats.org/drawingml/2006/main">
            <a:r>
              <a:t>Use the full independent thinking time before taking answers. On slides 7, 10, 14, 17, 21 and 22, use the follow-up question in the notes if students finish early. Ask a student to explain why, then invite a different approach. These are practice sections with new decisions, rather than extra lecture text. Do not rely on final questions alone to fill time.</a:t>
            </a:r>
          </a:p>
          <a:p xmlns:a="http://schemas.openxmlformats.org/drawingml/2006/main">
            <a:r>
              <a:t/>
            </a:r>
          </a:p>
          <a:p xmlns:a="http://schemas.openxmlformats.org/drawingml/2006/main">
            <a:r>
              <a:t>IF YOU NEED TO FINISH EARLIER</a:t>
            </a:r>
          </a:p>
          <a:p xmlns:a="http://schemas.openxmlformats.org/drawingml/2006/main">
            <a:r>
              <a:t>The six added sections are slides 7, 10, 14, 17, 21 and 22. Together they add 15 minutes. You can shorten or skip one when time is tight. Keep some time for the original budget activity and final questions.</a:t>
            </a:r>
          </a:p>
          <a:p xmlns:a="http://schemas.openxmlformats.org/drawingml/2006/main">
            <a:r>
              <a:t/>
            </a:r>
          </a:p>
          <a:p xmlns:a="http://schemas.openxmlformats.org/drawingml/2006/main">
            <a:r>
              <a:t>GRADES 1–2</a:t>
            </a:r>
          </a:p>
          <a:p xmlns:a="http://schemas.openxmlformats.org/drawingml/2006/main">
            <a:r>
              <a:t>Lead examples on the shared screen, using simple counting and spoken suggestions. Use the simpler interest explanation in the notes. Do not require fast typing or mental division.</a:t>
            </a:r>
          </a:p>
          <a:p xmlns:a="http://schemas.openxmlformats.org/drawingml/2006/main">
            <a:r>
              <a:t/>
            </a:r>
          </a:p>
          <a:p xmlns:a="http://schemas.openxmlformats.org/drawingml/2006/main">
            <a:r>
              <a:t>FACILITATION</a:t>
            </a:r>
          </a:p>
          <a:p xmlns:a="http://schemas.openxmlformats.org/drawingml/2006/main">
            <a:r>
              <a:t>Use fictional examples. Students do not need to disclose family finances. Allow children to pass. Correct arithmetic gently and ask about reasoning. No individual or team breakout work is required.</a:t>
            </a:r>
          </a:p>
          <a:p xmlns:a="http://schemas.openxmlformats.org/drawingml/2006/main">
            <a:r>
              <a:t/>
            </a:r>
          </a:p>
          <a:p xmlns:a="http://schemas.openxmlformats.org/drawingml/2006/main">
            <a:r>
              <a:t>All example prices, budgets, interest rates and investment outcomes are fictional teaching examples. No product endorsement or promise of returns is intended.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EDUCATIONAL SOURCES</a:t>
            </a:r>
          </a:p>
          <a:p xmlns:a="http://schemas.openxmlformats.org/drawingml/2006/main">
            <a:r>
              <a:t>The explanations use the resources below. Scenarios, sample budgets and calculations are original fictional teaching examples. Sources support the concepts rather than the made-up prices or outcomes.</a:t>
            </a:r>
          </a:p>
          <a:p xmlns:a="http://schemas.openxmlformats.org/drawingml/2006/main">
            <a:r>
              <a:t/>
            </a:r>
          </a:p>
          <a:p xmlns:a="http://schemas.openxmlformats.org/drawingml/2006/main">
            <a:r>
              <a:t>CFPB Money as You Grow (planning, earning, saving, shopping and age-appropriate discussions):</a:t>
            </a:r>
          </a:p>
          <a:p xmlns:a="http://schemas.openxmlformats.org/drawingml/2006/main">
            <a:r>
              <a:t>https://www.consumerfinance.gov/consumer-tools/money-as-you-grow/school-age-children-preteens/</a:t>
            </a:r>
          </a:p>
          <a:p xmlns:a="http://schemas.openxmlformats.org/drawingml/2006/main">
            <a:r>
              <a:t/>
            </a:r>
          </a:p>
          <a:p xmlns:a="http://schemas.openxmlformats.org/drawingml/2006/main">
            <a:r>
              <a:t>CFPB School-age children and borrowing (credit cards and interest):</a:t>
            </a:r>
          </a:p>
          <a:p xmlns:a="http://schemas.openxmlformats.org/drawingml/2006/main">
            <a:r>
              <a:t>https://www.consumerfinance.gov/consumer-tools/money-as-you-grow/school-age-children-preteens/explore-borrowing/</a:t>
            </a:r>
          </a:p>
          <a:p xmlns:a="http://schemas.openxmlformats.org/drawingml/2006/main">
            <a:r>
              <a:t/>
            </a:r>
          </a:p>
          <a:p xmlns:a="http://schemas.openxmlformats.org/drawingml/2006/main">
            <a:r>
              <a:t>SEC Investor.gov, Small Savings Add Up to Big Money (compound interest):</a:t>
            </a:r>
          </a:p>
          <a:p xmlns:a="http://schemas.openxmlformats.org/drawingml/2006/main">
            <a:r>
              <a:t>https://www.investor.gov/introduction-investing/investing-basics/save-and-invest/small-savings-add-big-money</a:t>
            </a:r>
          </a:p>
          <a:p xmlns:a="http://schemas.openxmlformats.org/drawingml/2006/main">
            <a:r>
              <a:t/>
            </a:r>
          </a:p>
          <a:p xmlns:a="http://schemas.openxmlformats.org/drawingml/2006/main">
            <a:r>
              <a:t>SEC Investor.gov, Introduction to Investing (ownership, growth and risk):</a:t>
            </a:r>
          </a:p>
          <a:p xmlns:a="http://schemas.openxmlformats.org/drawingml/2006/main">
            <a:r>
              <a:t>https://www.investor.gov/introduction-investing</a:t>
            </a:r>
          </a:p>
          <a:p xmlns:a="http://schemas.openxmlformats.org/drawingml/2006/main">
            <a:r>
              <a:t/>
            </a:r>
          </a:p>
          <a:p xmlns:a="http://schemas.openxmlformats.org/drawingml/2006/main">
            <a:r>
              <a:t>SEC Investor.gov, Investment Products (risk and potential return):</a:t>
            </a:r>
          </a:p>
          <a:p xmlns:a="http://schemas.openxmlformats.org/drawingml/2006/main">
            <a:r>
              <a:t>https://www.investor.gov/introduction-investing/investing-basics/investment-products</a:t>
            </a:r>
          </a:p>
          <a:p xmlns:a="http://schemas.openxmlformats.org/drawingml/2006/main">
            <a:r>
              <a:t/>
            </a:r>
          </a:p>
          <a:p xmlns:a="http://schemas.openxmlformats.org/drawingml/2006/main">
            <a:r>
              <a:t>Original generated illustrations appear only on slides 1 and 9. They are decorative artwork and do not document real people, students or events.</a:t>
            </a:r>
          </a:p>
          <a:p xmlns:a="http://schemas.openxmlformats.org/drawingml/2006/main">
            <a:r>
              <a:t/>
            </a:r>
          </a:p>
          <a:p xmlns:a="http://schemas.openxmlformats.org/drawingml/2006/main">
            <a:r>
              <a:t>Reviewed October 17, 2026.</a:t>
            </a:r>
          </a:p>
          <a:p xmlns:a="http://schemas.openxmlformats.org/drawingml/2006/main">
            <a:r>
              <a:t/>
            </a:r>
          </a:p>
          <a:p xmlns:a="http://schemas.openxmlformats.org/drawingml/2006/main">
            <a:r>
              <a:t>CFPB School-age children and protecting:</a:t>
            </a:r>
          </a:p>
          <a:p xmlns:a="http://schemas.openxmlformats.org/drawingml/2006/main">
            <a:r>
              <a:t>https://www.consumerfinance.gov/consumer-tools/money-as-you-grow/school-age-children-preteens/explore-protecting/</a:t>
            </a:r>
          </a:p>
          <a:p xmlns:a="http://schemas.openxmlformats.org/drawingml/2006/main">
            <a:r>
              <a:t/>
            </a:r>
          </a:p>
          <a:p xmlns:a="http://schemas.openxmlformats.org/drawingml/2006/main">
            <a:r>
              <a:t>Added fictional practice sections use original scenarios and arithmetic.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c816a5978d44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a6ee2c689b47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dc4ed40a6a4f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6b09629f5664a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15e5c446834d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d5bdf6fa4243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4A185E-A519-4025-AC48-599226FFFFE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C2D2A8E-A5A1-4C65-A2D9-C52782308B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2287D2A-0219-4977-9C72-02C8A886CC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D3A258-6F93-4946-BCF0-DCEBC5DA1C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3BD6774-23CC-4A03-836B-F9ACC39E8B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0540C2C-F3A3-412A-A6CB-0B02DE1184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A3F14D2-86AB-4B35-AC57-13A01B22D1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DD47F8E-FD99-4702-BE7F-9AC769FA8E3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899AA5-1F2F-4623-A5FC-4A5ECAB3DB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E488D2-8131-4961-B413-9B5B9BA589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2f66dbbebb4276" /><Relationship Type="http://schemas.openxmlformats.org/officeDocument/2006/relationships/slideLayout" Target="/ppt/slideLayouts/slideLayout1.xml" Id="R8285cd72788b488e" /><Relationship Type="http://schemas.openxmlformats.org/officeDocument/2006/relationships/slideLayout" Target="/ppt/slideLayouts/slideLayout2.xml" Id="R64b9ec07af3b44e0" /><Relationship Type="http://schemas.openxmlformats.org/officeDocument/2006/relationships/slideLayout" Target="/ppt/slideLayouts/slideLayout3.xml" Id="Re8695e71191340e8" /><Relationship Type="http://schemas.openxmlformats.org/officeDocument/2006/relationships/slideLayout" Target="/ppt/slideLayouts/slideLayout4.xml" Id="R4c060e4f0acb4cbb" /><Relationship Type="http://schemas.openxmlformats.org/officeDocument/2006/relationships/slideLayout" Target="/ppt/slideLayouts/slideLayout5.xml" Id="R24a709ac8d2040ee" /><Relationship Type="http://schemas.openxmlformats.org/officeDocument/2006/relationships/slideLayout" Target="/ppt/slideLayouts/slideLayout6.xml" Id="Rce94ba64c7374d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85cd72788b488e"/>
    <p:sldLayoutId xmlns:r="http://schemas.openxmlformats.org/officeDocument/2006/relationships" id="2147483650" r:id="R64b9ec07af3b44e0"/>
    <p:sldLayoutId xmlns:r="http://schemas.openxmlformats.org/officeDocument/2006/relationships" id="2147483651" r:id="Re8695e71191340e8"/>
    <p:sldLayoutId xmlns:r="http://schemas.openxmlformats.org/officeDocument/2006/relationships" id="2147483652" r:id="R4c060e4f0acb4cbb"/>
    <p:sldLayoutId xmlns:r="http://schemas.openxmlformats.org/officeDocument/2006/relationships" id="2147483653" r:id="R24a709ac8d2040ee"/>
    <p:sldLayoutId xmlns:r="http://schemas.openxmlformats.org/officeDocument/2006/relationships" id="2147483654" r:id="Rce94ba64c7374d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2ee05e128164188" /><Relationship Type="http://schemas.openxmlformats.org/officeDocument/2006/relationships/image" Target="/ppt/media/image.png" Id="Reecd976a8d5644f6" /><Relationship Type="http://schemas.openxmlformats.org/officeDocument/2006/relationships/notesSlide" Target="/ppt/notesSlides/notesSlide1.xml" Id="R6becfea186c640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2c82dc11eb44234" /><Relationship Type="http://schemas.openxmlformats.org/officeDocument/2006/relationships/notesSlide" Target="/ppt/notesSlides/notesSlide2.xml" Id="Rd3c8c39943e848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c18236483b3412f" /><Relationship Type="http://schemas.openxmlformats.org/officeDocument/2006/relationships/notesSlide" Target="/ppt/notesSlides/notesSlide3.xml" Id="Rf63f20cb620a4a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19931cd07334c6f" /><Relationship Type="http://schemas.openxmlformats.org/officeDocument/2006/relationships/notesSlide" Target="/ppt/notesSlides/notesSlide4.xml" Id="R890f191c48d245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6f4e2d7b4374692" /><Relationship Type="http://schemas.openxmlformats.org/officeDocument/2006/relationships/notesSlide" Target="/ppt/notesSlides/notesSlide5.xml" Id="R20bf5c31cfc44b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0a055b0e33342fe" /><Relationship Type="http://schemas.openxmlformats.org/officeDocument/2006/relationships/notesSlide" Target="/ppt/notesSlides/notesSlide6.xml" Id="R9f414d3e6d2f4a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59da766197c4e8b" /><Relationship Type="http://schemas.openxmlformats.org/officeDocument/2006/relationships/notesSlide" Target="/ppt/notesSlides/notesSlide7.xml" Id="R068ee17fcc3c40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e8de15ac20c48be" /><Relationship Type="http://schemas.openxmlformats.org/officeDocument/2006/relationships/notesSlide" Target="/ppt/notesSlides/notesSlide8.xml" Id="Rfbc41d4d0c4c47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62254232c6643fb" /><Relationship Type="http://schemas.openxmlformats.org/officeDocument/2006/relationships/notesSlide" Target="/ppt/notesSlides/notesSlide9.xml" Id="Re8d6426a914948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e2b8baee96d4ddb" /><Relationship Type="http://schemas.openxmlformats.org/officeDocument/2006/relationships/notesSlide" Target="/ppt/notesSlides/notesSlide10.xml" Id="R599bd8926cf9439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6130f439c334de3" /><Relationship Type="http://schemas.openxmlformats.org/officeDocument/2006/relationships/image" Target="/ppt/media/image2.png" Id="R95bf8ea7e8414d4d" /><Relationship Type="http://schemas.openxmlformats.org/officeDocument/2006/relationships/notesSlide" Target="/ppt/notesSlides/notesSlide11.xml" Id="R1aa4c49b3cb342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25544b5b8f04cea" /><Relationship Type="http://schemas.openxmlformats.org/officeDocument/2006/relationships/notesSlide" Target="/ppt/notesSlides/notesSlide12.xml" Id="R06975af9673f48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f5c69132c47426c" /><Relationship Type="http://schemas.openxmlformats.org/officeDocument/2006/relationships/notesSlide" Target="/ppt/notesSlides/notesSlide13.xml" Id="R848c283401614d4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5c31bc0c549486a" /><Relationship Type="http://schemas.openxmlformats.org/officeDocument/2006/relationships/notesSlide" Target="/ppt/notesSlides/notesSlide14.xml" Id="R2ad15b376ef840c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f51e26c9a794080" /><Relationship Type="http://schemas.openxmlformats.org/officeDocument/2006/relationships/notesSlide" Target="/ppt/notesSlides/notesSlide15.xml" Id="R502c535012c14c7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7a89b0015db4045" /><Relationship Type="http://schemas.openxmlformats.org/officeDocument/2006/relationships/notesSlide" Target="/ppt/notesSlides/notesSlide16.xml" Id="Rc110e5139d8a471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faed56d4cfa4299" /><Relationship Type="http://schemas.openxmlformats.org/officeDocument/2006/relationships/notesSlide" Target="/ppt/notesSlides/notesSlide17.xml" Id="R465363ac6ea947e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766f9640d124ed2" /><Relationship Type="http://schemas.openxmlformats.org/officeDocument/2006/relationships/notesSlide" Target="/ppt/notesSlides/notesSlide18.xml" Id="R1dc03b95e324452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b9dc164b8a54a0d" /><Relationship Type="http://schemas.openxmlformats.org/officeDocument/2006/relationships/notesSlide" Target="/ppt/notesSlides/notesSlide19.xml" Id="Reabc38d68d94471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0d09c6c3c8848a2" /><Relationship Type="http://schemas.openxmlformats.org/officeDocument/2006/relationships/notesSlide" Target="/ppt/notesSlides/notesSlide20.xml" Id="R0ccfaac83e344d3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1b2a44e295e41c6" /><Relationship Type="http://schemas.openxmlformats.org/officeDocument/2006/relationships/notesSlide" Target="/ppt/notesSlides/notesSlide21.xml" Id="R0c3f6c0a4b2844a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e99979b83b941c8" /><Relationship Type="http://schemas.openxmlformats.org/officeDocument/2006/relationships/notesSlide" Target="/ppt/notesSlides/notesSlide22.xml" Id="Rc066fa91f05f491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c959f8277674c2f" /><Relationship Type="http://schemas.openxmlformats.org/officeDocument/2006/relationships/notesSlide" Target="/ppt/notesSlides/notesSlide23.xml" Id="Radc60b024eed41a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1f626662ff8441a" /><Relationship Type="http://schemas.openxmlformats.org/officeDocument/2006/relationships/notesSlide" Target="/ppt/notesSlides/notesSlide24.xml" Id="R2d8a88ca9e8c41e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7a53d12f13c4f40" /><Relationship Type="http://schemas.openxmlformats.org/officeDocument/2006/relationships/notesSlide" Target="/ppt/notesSlides/notesSlide25.xml" Id="R79eff440c612413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5eb10ca6a2647b6" /><Relationship Type="http://schemas.openxmlformats.org/officeDocument/2006/relationships/notesSlide" Target="/ppt/notesSlides/notesSlide26.xml" Id="R9e136d1005bb4daf" /></Relationships>
</file>

<file path=ppt/slides/slide1.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5" name="organization">
            <a:extLst xmlns:a="http://schemas.openxmlformats.org/drawingml/2006/main">
              <a:ext uri="{FF2B5EF4-FFF2-40B4-BE49-F238E27FC236}">
                <a16:creationId xmlns:a16="http://schemas.microsoft.com/office/drawing/2014/main" id="{9401EBDD-5A9C-4BCD-9010-5F022DF367C6}"/>
              </a:ext>
            </a:extLst>
          </p:cNvPr>
          <p:cNvSpPr>
            <a:spLocks xmlns:a="http://schemas.openxmlformats.org/drawingml/2006/main" noGrp="1"/>
          </p:cNvSpPr>
          <p:nvPr/>
        </p:nvSpPr>
        <p:spPr>
          <a:xfrm xmlns:a="http://schemas.openxmlformats.org/drawingml/2006/main">
            <a:off x="685800" y="571500"/>
            <a:ext cx="762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3D35"/>
                </a:solidFill>
                <a:latin typeface="Nimbus Sans"/>
                <a:ea typeface="Nimbus Sans"/>
                <a:cs typeface="Nimbus Sans"/>
              </a:defRPr>
            </a:defPPr>
            <a:lvl1pPr algn="l">
              <a:buNone/>
              <a:defRPr sz="2100" b="1">
                <a:solidFill>
                  <a:srgbClr val="173D35"/>
                </a:solidFill>
                <a:latin typeface="Nimbus Sans"/>
                <a:ea typeface="Nimbus Sans"/>
                <a:cs typeface="Nimbus Sans"/>
              </a:defRPr>
            </a:lvl1pPr>
            <a:lvl2pPr algn="l">
              <a:buNone/>
              <a:defRPr sz="2100" b="1">
                <a:solidFill>
                  <a:srgbClr val="173D35"/>
                </a:solidFill>
                <a:latin typeface="Nimbus Sans"/>
                <a:ea typeface="Nimbus Sans"/>
                <a:cs typeface="Nimbus Sans"/>
              </a:defRPr>
            </a:lvl2pPr>
            <a:lvl3pPr algn="l">
              <a:buNone/>
              <a:defRPr sz="2100" b="1">
                <a:solidFill>
                  <a:srgbClr val="173D35"/>
                </a:solidFill>
                <a:latin typeface="Nimbus Sans"/>
                <a:ea typeface="Nimbus Sans"/>
                <a:cs typeface="Nimbus Sans"/>
              </a:defRPr>
            </a:lvl3pPr>
            <a:lvl4pPr algn="l">
              <a:buNone/>
              <a:defRPr sz="2100" b="1">
                <a:solidFill>
                  <a:srgbClr val="173D35"/>
                </a:solidFill>
                <a:latin typeface="Nimbus Sans"/>
                <a:ea typeface="Nimbus Sans"/>
                <a:cs typeface="Nimbus Sans"/>
              </a:defRPr>
            </a:lvl4pPr>
            <a:lvl5pPr algn="l">
              <a:buNone/>
              <a:defRPr sz="2100" b="1">
                <a:solidFill>
                  <a:srgbClr val="173D35"/>
                </a:solidFill>
                <a:latin typeface="Nimbus Sans"/>
                <a:ea typeface="Nimbus Sans"/>
                <a:cs typeface="Nimbus Sans"/>
              </a:defRPr>
            </a:lvl5pPr>
            <a:lvl6pPr algn="l">
              <a:buNone/>
              <a:defRPr sz="2100" b="1">
                <a:solidFill>
                  <a:srgbClr val="173D35"/>
                </a:solidFill>
                <a:latin typeface="Nimbus Sans"/>
                <a:ea typeface="Nimbus Sans"/>
                <a:cs typeface="Nimbus Sans"/>
              </a:defRPr>
            </a:lvl6pPr>
            <a:lvl7pPr algn="l">
              <a:buNone/>
              <a:defRPr sz="2100" b="1">
                <a:solidFill>
                  <a:srgbClr val="173D35"/>
                </a:solidFill>
                <a:latin typeface="Nimbus Sans"/>
                <a:ea typeface="Nimbus Sans"/>
                <a:cs typeface="Nimbus Sans"/>
              </a:defRPr>
            </a:lvl7pPr>
            <a:lvl8pPr algn="l">
              <a:buNone/>
              <a:defRPr sz="2100" b="1">
                <a:solidFill>
                  <a:srgbClr val="173D35"/>
                </a:solidFill>
                <a:latin typeface="Nimbus Sans"/>
                <a:ea typeface="Nimbus Sans"/>
                <a:cs typeface="Nimbus Sans"/>
              </a:defRPr>
            </a:lvl8pPr>
            <a:lvl9pPr algn="l">
              <a:buNone/>
              <a:defRPr sz="2100" b="1">
                <a:solidFill>
                  <a:srgbClr val="173D35"/>
                </a:solidFill>
                <a:latin typeface="Nimbus Sans"/>
                <a:ea typeface="Nimbus Sans"/>
                <a:cs typeface="Nimbus Sans"/>
              </a:defRPr>
            </a:lvl9pPr>
          </a:lstStyle>
          <a:p xmlns:a="http://schemas.openxmlformats.org/drawingml/2006/main">
            <a:pPr algn="l">
              <a:buNone/>
              <a:defRPr sz="2100" b="1">
                <a:solidFill>
                  <a:srgbClr val="173D35"/>
                </a:solidFill>
                <a:latin typeface="Nimbus Sans"/>
                <a:ea typeface="Nimbus Sans"/>
                <a:cs typeface="Nimbus Sans"/>
              </a:defRPr>
            </a:pPr>
            <a:r>
              <a:rPr sz="2100" b="1">
                <a:solidFill>
                  <a:srgbClr val="173D35"/>
                </a:solidFill>
                <a:latin typeface="Nimbus Sans"/>
                <a:ea typeface="Nimbus Sans"/>
                <a:cs typeface="Nimbus Sans"/>
              </a:rPr>
              <a:t>Financial Literacy for Kids</a:t>
            </a:r>
          </a:p>
        </p:txBody>
      </p:sp>
      <p:sp>
        <p:nvSpPr>
          <p:cNvPr id="2" name="headline">
            <a:extLst xmlns:a="http://schemas.openxmlformats.org/drawingml/2006/main">
              <a:ext uri="{FF2B5EF4-FFF2-40B4-BE49-F238E27FC236}">
                <a16:creationId xmlns:a16="http://schemas.microsoft.com/office/drawing/2014/main" id="{4142F6DA-4308-4924-8D28-5910434A2B03}"/>
              </a:ext>
            </a:extLst>
          </p:cNvPr>
          <p:cNvSpPr>
            <a:spLocks xmlns:a="http://schemas.openxmlformats.org/drawingml/2006/main" noGrp="1"/>
          </p:cNvSpPr>
          <p:nvPr/>
        </p:nvSpPr>
        <p:spPr>
          <a:xfrm xmlns:a="http://schemas.openxmlformats.org/drawingml/2006/main">
            <a:off x="685800" y="1685925"/>
            <a:ext cx="68580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700" b="1">
                <a:solidFill>
                  <a:srgbClr val="173D35"/>
                </a:solidFill>
                <a:latin typeface="Nimbus Sans"/>
                <a:ea typeface="Nimbus Sans"/>
                <a:cs typeface="Nimbus Sans"/>
              </a:defRPr>
            </a:defPPr>
            <a:lvl1pPr algn="l">
              <a:buNone/>
              <a:defRPr sz="5700" b="1">
                <a:solidFill>
                  <a:srgbClr val="173D35"/>
                </a:solidFill>
                <a:latin typeface="Nimbus Sans"/>
                <a:ea typeface="Nimbus Sans"/>
                <a:cs typeface="Nimbus Sans"/>
              </a:defRPr>
            </a:lvl1pPr>
            <a:lvl2pPr algn="l">
              <a:buNone/>
              <a:defRPr sz="5700" b="1">
                <a:solidFill>
                  <a:srgbClr val="173D35"/>
                </a:solidFill>
                <a:latin typeface="Nimbus Sans"/>
                <a:ea typeface="Nimbus Sans"/>
                <a:cs typeface="Nimbus Sans"/>
              </a:defRPr>
            </a:lvl2pPr>
            <a:lvl3pPr algn="l">
              <a:buNone/>
              <a:defRPr sz="5700" b="1">
                <a:solidFill>
                  <a:srgbClr val="173D35"/>
                </a:solidFill>
                <a:latin typeface="Nimbus Sans"/>
                <a:ea typeface="Nimbus Sans"/>
                <a:cs typeface="Nimbus Sans"/>
              </a:defRPr>
            </a:lvl3pPr>
            <a:lvl4pPr algn="l">
              <a:buNone/>
              <a:defRPr sz="5700" b="1">
                <a:solidFill>
                  <a:srgbClr val="173D35"/>
                </a:solidFill>
                <a:latin typeface="Nimbus Sans"/>
                <a:ea typeface="Nimbus Sans"/>
                <a:cs typeface="Nimbus Sans"/>
              </a:defRPr>
            </a:lvl4pPr>
            <a:lvl5pPr algn="l">
              <a:buNone/>
              <a:defRPr sz="5700" b="1">
                <a:solidFill>
                  <a:srgbClr val="173D35"/>
                </a:solidFill>
                <a:latin typeface="Nimbus Sans"/>
                <a:ea typeface="Nimbus Sans"/>
                <a:cs typeface="Nimbus Sans"/>
              </a:defRPr>
            </a:lvl5pPr>
            <a:lvl6pPr algn="l">
              <a:buNone/>
              <a:defRPr sz="5700" b="1">
                <a:solidFill>
                  <a:srgbClr val="173D35"/>
                </a:solidFill>
                <a:latin typeface="Nimbus Sans"/>
                <a:ea typeface="Nimbus Sans"/>
                <a:cs typeface="Nimbus Sans"/>
              </a:defRPr>
            </a:lvl6pPr>
            <a:lvl7pPr algn="l">
              <a:buNone/>
              <a:defRPr sz="5700" b="1">
                <a:solidFill>
                  <a:srgbClr val="173D35"/>
                </a:solidFill>
                <a:latin typeface="Nimbus Sans"/>
                <a:ea typeface="Nimbus Sans"/>
                <a:cs typeface="Nimbus Sans"/>
              </a:defRPr>
            </a:lvl7pPr>
            <a:lvl8pPr algn="l">
              <a:buNone/>
              <a:defRPr sz="5700" b="1">
                <a:solidFill>
                  <a:srgbClr val="173D35"/>
                </a:solidFill>
                <a:latin typeface="Nimbus Sans"/>
                <a:ea typeface="Nimbus Sans"/>
                <a:cs typeface="Nimbus Sans"/>
              </a:defRPr>
            </a:lvl8pPr>
            <a:lvl9pPr algn="l">
              <a:buNone/>
              <a:defRPr sz="5700" b="1">
                <a:solidFill>
                  <a:srgbClr val="173D35"/>
                </a:solidFill>
                <a:latin typeface="Nimbus Sans"/>
                <a:ea typeface="Nimbus Sans"/>
                <a:cs typeface="Nimbus Sans"/>
              </a:defRPr>
            </a:lvl9pPr>
          </a:lstStyle>
          <a:p xmlns:a="http://schemas.openxmlformats.org/drawingml/2006/main">
            <a:pPr algn="l">
              <a:buNone/>
              <a:defRPr sz="5700" b="1">
                <a:solidFill>
                  <a:srgbClr val="173D35"/>
                </a:solidFill>
                <a:latin typeface="Nimbus Sans"/>
                <a:ea typeface="Nimbus Sans"/>
                <a:cs typeface="Nimbus Sans"/>
              </a:defRPr>
            </a:pPr>
            <a:r>
              <a:rPr sz="5700" b="1">
                <a:solidFill>
                  <a:srgbClr val="173D35"/>
                </a:solidFill>
                <a:latin typeface="Nimbus Sans"/>
                <a:ea typeface="Nimbus Sans"/>
                <a:cs typeface="Nimbus Sans"/>
              </a:rPr>
              <a:t>What would you</a:t>
            </a:r>
          </a:p>
          <a:p xmlns:a="http://schemas.openxmlformats.org/drawingml/2006/main">
            <a:pPr algn="l">
              <a:buNone/>
              <a:defRPr sz="5700" b="1">
                <a:solidFill>
                  <a:srgbClr val="173D35"/>
                </a:solidFill>
                <a:latin typeface="Nimbus Sans"/>
                <a:ea typeface="Nimbus Sans"/>
                <a:cs typeface="Nimbus Sans"/>
              </a:defRPr>
            </a:pPr>
            <a:r>
              <a:rPr sz="5700" b="1">
                <a:solidFill>
                  <a:srgbClr val="173D35"/>
                </a:solidFill>
                <a:latin typeface="Nimbus Sans"/>
                <a:ea typeface="Nimbus Sans"/>
                <a:cs typeface="Nimbus Sans"/>
              </a:rPr>
              <a:t>do with $20?</a:t>
            </a:r>
          </a:p>
        </p:txBody>
      </p:sp>
      <p:sp>
        <p:nvSpPr>
          <p:cNvPr id="3" name="subtitle">
            <a:extLst xmlns:a="http://schemas.openxmlformats.org/drawingml/2006/main">
              <a:ext uri="{FF2B5EF4-FFF2-40B4-BE49-F238E27FC236}">
                <a16:creationId xmlns:a16="http://schemas.microsoft.com/office/drawing/2014/main" id="{8547DF53-A02C-4481-B40B-DFD23FEA4024}"/>
              </a:ext>
            </a:extLst>
          </p:cNvPr>
          <p:cNvSpPr>
            <a:spLocks xmlns:a="http://schemas.openxmlformats.org/drawingml/2006/main" noGrp="1"/>
          </p:cNvSpPr>
          <p:nvPr/>
        </p:nvSpPr>
        <p:spPr>
          <a:xfrm xmlns:a="http://schemas.openxmlformats.org/drawingml/2006/main">
            <a:off x="685800" y="4438650"/>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5655E"/>
                </a:solidFill>
                <a:latin typeface="Nimbus Sans"/>
                <a:ea typeface="Nimbus Sans"/>
                <a:cs typeface="Nimbus Sans"/>
              </a:defRPr>
            </a:defPPr>
            <a:lvl1pPr algn="l">
              <a:buNone/>
              <a:defRPr sz="2250" b="0">
                <a:solidFill>
                  <a:srgbClr val="55655E"/>
                </a:solidFill>
                <a:latin typeface="Nimbus Sans"/>
                <a:ea typeface="Nimbus Sans"/>
                <a:cs typeface="Nimbus Sans"/>
              </a:defRPr>
            </a:lvl1pPr>
            <a:lvl2pPr algn="l">
              <a:buNone/>
              <a:defRPr sz="2250" b="0">
                <a:solidFill>
                  <a:srgbClr val="55655E"/>
                </a:solidFill>
                <a:latin typeface="Nimbus Sans"/>
                <a:ea typeface="Nimbus Sans"/>
                <a:cs typeface="Nimbus Sans"/>
              </a:defRPr>
            </a:lvl2pPr>
            <a:lvl3pPr algn="l">
              <a:buNone/>
              <a:defRPr sz="2250" b="0">
                <a:solidFill>
                  <a:srgbClr val="55655E"/>
                </a:solidFill>
                <a:latin typeface="Nimbus Sans"/>
                <a:ea typeface="Nimbus Sans"/>
                <a:cs typeface="Nimbus Sans"/>
              </a:defRPr>
            </a:lvl3pPr>
            <a:lvl4pPr algn="l">
              <a:buNone/>
              <a:defRPr sz="2250" b="0">
                <a:solidFill>
                  <a:srgbClr val="55655E"/>
                </a:solidFill>
                <a:latin typeface="Nimbus Sans"/>
                <a:ea typeface="Nimbus Sans"/>
                <a:cs typeface="Nimbus Sans"/>
              </a:defRPr>
            </a:lvl4pPr>
            <a:lvl5pPr algn="l">
              <a:buNone/>
              <a:defRPr sz="2250" b="0">
                <a:solidFill>
                  <a:srgbClr val="55655E"/>
                </a:solidFill>
                <a:latin typeface="Nimbus Sans"/>
                <a:ea typeface="Nimbus Sans"/>
                <a:cs typeface="Nimbus Sans"/>
              </a:defRPr>
            </a:lvl5pPr>
            <a:lvl6pPr algn="l">
              <a:buNone/>
              <a:defRPr sz="2250" b="0">
                <a:solidFill>
                  <a:srgbClr val="55655E"/>
                </a:solidFill>
                <a:latin typeface="Nimbus Sans"/>
                <a:ea typeface="Nimbus Sans"/>
                <a:cs typeface="Nimbus Sans"/>
              </a:defRPr>
            </a:lvl6pPr>
            <a:lvl7pPr algn="l">
              <a:buNone/>
              <a:defRPr sz="2250" b="0">
                <a:solidFill>
                  <a:srgbClr val="55655E"/>
                </a:solidFill>
                <a:latin typeface="Nimbus Sans"/>
                <a:ea typeface="Nimbus Sans"/>
                <a:cs typeface="Nimbus Sans"/>
              </a:defRPr>
            </a:lvl7pPr>
            <a:lvl8pPr algn="l">
              <a:buNone/>
              <a:defRPr sz="2250" b="0">
                <a:solidFill>
                  <a:srgbClr val="55655E"/>
                </a:solidFill>
                <a:latin typeface="Nimbus Sans"/>
                <a:ea typeface="Nimbus Sans"/>
                <a:cs typeface="Nimbus Sans"/>
              </a:defRPr>
            </a:lvl8pPr>
            <a:lvl9pPr algn="l">
              <a:buNone/>
              <a:defRPr sz="2250" b="0">
                <a:solidFill>
                  <a:srgbClr val="55655E"/>
                </a:solidFill>
                <a:latin typeface="Nimbus Sans"/>
                <a:ea typeface="Nimbus Sans"/>
                <a:cs typeface="Nimbus Sans"/>
              </a:defRPr>
            </a:lvl9pPr>
          </a:lstStyle>
          <a:p xmlns:a="http://schemas.openxmlformats.org/drawingml/2006/main">
            <a:pPr algn="l">
              <a:buNone/>
              <a:defRPr sz="2250" b="0">
                <a:solidFill>
                  <a:srgbClr val="55655E"/>
                </a:solidFill>
                <a:latin typeface="Nimbus Sans"/>
                <a:ea typeface="Nimbus Sans"/>
                <a:cs typeface="Nimbus Sans"/>
              </a:defRPr>
            </a:pPr>
            <a:r>
              <a:rPr sz="2250" b="0">
                <a:solidFill>
                  <a:srgbClr val="55655E"/>
                </a:solidFill>
                <a:latin typeface="Nimbus Sans"/>
                <a:ea typeface="Nimbus Sans"/>
                <a:cs typeface="Nimbus Sans"/>
              </a:rPr>
              <a:t>A money workshop with Alex Lam</a:t>
            </a:r>
          </a:p>
        </p:txBody>
      </p:sp>
      <p:pic>
        <p:nvPicPr>
          <p:cNvPr id="4" name="">
            <a:extLst xmlns:a="http://schemas.openxmlformats.org/drawingml/2006/main">
              <a:ext uri="{FF2B5EF4-FFF2-40B4-BE49-F238E27FC236}">
                <a16:creationId xmlns:a16="http://schemas.microsoft.com/office/drawing/2014/main" id="{409CAE23-597C-4ED0-A1A2-ED27871FE828}"/>
              </a:ext>
            </a:extLst>
          </p:cNvPr>
          <p:cNvPicPr>
            <a:picLocks xmlns:a="http://schemas.openxmlformats.org/drawingml/2006/main" noChangeAspect="1"/>
          </p:cNvPicPr>
          <p:nvPr/>
        </p:nvPicPr>
        <p:blipFill>
          <a:blip xmlns:r="http://schemas.openxmlformats.org/officeDocument/2006/relationships" xmlns:a="http://schemas.openxmlformats.org/drawingml/2006/main" r:embed="Reecd976a8d5644f6"/>
          <a:stretch xmlns:a="http://schemas.openxmlformats.org/drawingml/2006/main"/>
        </p:blipFill>
        <p:spPr>
          <a:xfrm xmlns:a="http://schemas.openxmlformats.org/drawingml/2006/main">
            <a:off x="6810375" y="1666875"/>
            <a:ext cx="5286375" cy="3524250"/>
          </a:xfrm>
          <a:prstGeom xmlns:a="http://schemas.openxmlformats.org/drawingml/2006/main" prst="rect">
            <a:avLst/>
          </a:prstGeom>
        </p:spPr>
      </p:pic>
    </p:spTree>
    <p:extLst>
      <p:ext uri="{BB962C8B-B14F-4D97-AF65-F5344CB8AC3E}">
        <p14:creationId xmlns:p14="http://schemas.microsoft.com/office/powerpoint/2010/main" val="1862717873"/>
      </p:ext>
    </p:extLst>
  </p:cSld>
</p:sld>
</file>

<file path=ppt/slides/slide2.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7" name="headline">
            <a:extLst xmlns:a="http://schemas.openxmlformats.org/drawingml/2006/main">
              <a:ext uri="{FF2B5EF4-FFF2-40B4-BE49-F238E27FC236}">
                <a16:creationId xmlns:a16="http://schemas.microsoft.com/office/drawing/2014/main" id="{4D874845-547F-4D0B-8C53-FA2B409EF098}"/>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buNone/>
              <a:defRPr sz="3900" b="1">
                <a:solidFill>
                  <a:srgbClr val="173D35"/>
                </a:solidFill>
                <a:latin typeface="Nimbus Sans"/>
                <a:ea typeface="Nimbus Sans"/>
                <a:cs typeface="Nimbus Sans"/>
              </a:defRPr>
            </a:lvl1pPr>
            <a:lvl2pPr algn="l">
              <a:buNone/>
              <a:defRPr sz="3900" b="1">
                <a:solidFill>
                  <a:srgbClr val="173D35"/>
                </a:solidFill>
                <a:latin typeface="Nimbus Sans"/>
                <a:ea typeface="Nimbus Sans"/>
                <a:cs typeface="Nimbus Sans"/>
              </a:defRPr>
            </a:lvl2pPr>
            <a:lvl3pPr algn="l">
              <a:buNone/>
              <a:defRPr sz="3900" b="1">
                <a:solidFill>
                  <a:srgbClr val="173D35"/>
                </a:solidFill>
                <a:latin typeface="Nimbus Sans"/>
                <a:ea typeface="Nimbus Sans"/>
                <a:cs typeface="Nimbus Sans"/>
              </a:defRPr>
            </a:lvl3pPr>
            <a:lvl4pPr algn="l">
              <a:buNone/>
              <a:defRPr sz="3900" b="1">
                <a:solidFill>
                  <a:srgbClr val="173D35"/>
                </a:solidFill>
                <a:latin typeface="Nimbus Sans"/>
                <a:ea typeface="Nimbus Sans"/>
                <a:cs typeface="Nimbus Sans"/>
              </a:defRPr>
            </a:lvl4pPr>
            <a:lvl5pPr algn="l">
              <a:buNone/>
              <a:defRPr sz="3900" b="1">
                <a:solidFill>
                  <a:srgbClr val="173D35"/>
                </a:solidFill>
                <a:latin typeface="Nimbus Sans"/>
                <a:ea typeface="Nimbus Sans"/>
                <a:cs typeface="Nimbus Sans"/>
              </a:defRPr>
            </a:lvl5pPr>
            <a:lvl6pPr algn="l">
              <a:buNone/>
              <a:defRPr sz="3900" b="1">
                <a:solidFill>
                  <a:srgbClr val="173D35"/>
                </a:solidFill>
                <a:latin typeface="Nimbus Sans"/>
                <a:ea typeface="Nimbus Sans"/>
                <a:cs typeface="Nimbus Sans"/>
              </a:defRPr>
            </a:lvl6pPr>
            <a:lvl7pPr algn="l">
              <a:buNone/>
              <a:defRPr sz="3900" b="1">
                <a:solidFill>
                  <a:srgbClr val="173D35"/>
                </a:solidFill>
                <a:latin typeface="Nimbus Sans"/>
                <a:ea typeface="Nimbus Sans"/>
                <a:cs typeface="Nimbus Sans"/>
              </a:defRPr>
            </a:lvl7pPr>
            <a:lvl8pPr algn="l">
              <a:buNone/>
              <a:defRPr sz="3900" b="1">
                <a:solidFill>
                  <a:srgbClr val="173D35"/>
                </a:solidFill>
                <a:latin typeface="Nimbus Sans"/>
                <a:ea typeface="Nimbus Sans"/>
                <a:cs typeface="Nimbus Sans"/>
              </a:defRPr>
            </a:lvl8pPr>
            <a:lvl9pPr algn="l">
              <a:buNone/>
              <a:defRPr sz="3900" b="1">
                <a:solidFill>
                  <a:srgbClr val="173D35"/>
                </a:solidFill>
                <a:latin typeface="Nimbus Sans"/>
                <a:ea typeface="Nimbus Sans"/>
                <a:cs typeface="Nimbus Sans"/>
              </a:defRPr>
            </a:lvl9pPr>
          </a:lstStyle>
          <a:p xmlns:a="http://schemas.openxmlformats.org/drawingml/2006/main">
            <a:pPr algn="l">
              <a:buNone/>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Someone gives you a $20 gift</a:t>
            </a:r>
          </a:p>
        </p:txBody>
      </p:sp>
      <p:sp>
        <p:nvSpPr>
          <p:cNvPr id="2" name="page-number">
            <a:extLst xmlns:a="http://schemas.openxmlformats.org/drawingml/2006/main">
              <a:ext uri="{FF2B5EF4-FFF2-40B4-BE49-F238E27FC236}">
                <a16:creationId xmlns:a16="http://schemas.microsoft.com/office/drawing/2014/main" id="{6ECBF0BE-3DDE-4324-BA14-A6D085E00588}"/>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buNone/>
              <a:defRPr sz="1500" b="0">
                <a:solidFill>
                  <a:srgbClr val="55655E"/>
                </a:solidFill>
                <a:latin typeface="Nimbus Sans"/>
                <a:ea typeface="Nimbus Sans"/>
                <a:cs typeface="Nimbus Sans"/>
              </a:defRPr>
            </a:lvl1pPr>
            <a:lvl2pPr algn="r">
              <a:buNone/>
              <a:defRPr sz="1500" b="0">
                <a:solidFill>
                  <a:srgbClr val="55655E"/>
                </a:solidFill>
                <a:latin typeface="Nimbus Sans"/>
                <a:ea typeface="Nimbus Sans"/>
                <a:cs typeface="Nimbus Sans"/>
              </a:defRPr>
            </a:lvl2pPr>
            <a:lvl3pPr algn="r">
              <a:buNone/>
              <a:defRPr sz="1500" b="0">
                <a:solidFill>
                  <a:srgbClr val="55655E"/>
                </a:solidFill>
                <a:latin typeface="Nimbus Sans"/>
                <a:ea typeface="Nimbus Sans"/>
                <a:cs typeface="Nimbus Sans"/>
              </a:defRPr>
            </a:lvl3pPr>
            <a:lvl4pPr algn="r">
              <a:buNone/>
              <a:defRPr sz="1500" b="0">
                <a:solidFill>
                  <a:srgbClr val="55655E"/>
                </a:solidFill>
                <a:latin typeface="Nimbus Sans"/>
                <a:ea typeface="Nimbus Sans"/>
                <a:cs typeface="Nimbus Sans"/>
              </a:defRPr>
            </a:lvl4pPr>
            <a:lvl5pPr algn="r">
              <a:buNone/>
              <a:defRPr sz="1500" b="0">
                <a:solidFill>
                  <a:srgbClr val="55655E"/>
                </a:solidFill>
                <a:latin typeface="Nimbus Sans"/>
                <a:ea typeface="Nimbus Sans"/>
                <a:cs typeface="Nimbus Sans"/>
              </a:defRPr>
            </a:lvl5pPr>
            <a:lvl6pPr algn="r">
              <a:buNone/>
              <a:defRPr sz="1500" b="0">
                <a:solidFill>
                  <a:srgbClr val="55655E"/>
                </a:solidFill>
                <a:latin typeface="Nimbus Sans"/>
                <a:ea typeface="Nimbus Sans"/>
                <a:cs typeface="Nimbus Sans"/>
              </a:defRPr>
            </a:lvl6pPr>
            <a:lvl7pPr algn="r">
              <a:buNone/>
              <a:defRPr sz="1500" b="0">
                <a:solidFill>
                  <a:srgbClr val="55655E"/>
                </a:solidFill>
                <a:latin typeface="Nimbus Sans"/>
                <a:ea typeface="Nimbus Sans"/>
                <a:cs typeface="Nimbus Sans"/>
              </a:defRPr>
            </a:lvl7pPr>
            <a:lvl8pPr algn="r">
              <a:buNone/>
              <a:defRPr sz="1500" b="0">
                <a:solidFill>
                  <a:srgbClr val="55655E"/>
                </a:solidFill>
                <a:latin typeface="Nimbus Sans"/>
                <a:ea typeface="Nimbus Sans"/>
                <a:cs typeface="Nimbus Sans"/>
              </a:defRPr>
            </a:lvl8pPr>
            <a:lvl9pPr algn="r">
              <a:buNone/>
              <a:defRPr sz="1500" b="0">
                <a:solidFill>
                  <a:srgbClr val="55655E"/>
                </a:solidFill>
                <a:latin typeface="Nimbus Sans"/>
                <a:ea typeface="Nimbus Sans"/>
                <a:cs typeface="Nimbus Sans"/>
              </a:defRPr>
            </a:lvl9pPr>
          </a:lstStyle>
          <a:p xmlns:a="http://schemas.openxmlformats.org/drawingml/2006/main">
            <a:pPr algn="r">
              <a:buNone/>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02</a:t>
            </a:r>
          </a:p>
        </p:txBody>
      </p:sp>
      <p:sp>
        <p:nvSpPr>
          <p:cNvPr id="3" name="amount">
            <a:extLst xmlns:a="http://schemas.openxmlformats.org/drawingml/2006/main">
              <a:ext uri="{FF2B5EF4-FFF2-40B4-BE49-F238E27FC236}">
                <a16:creationId xmlns:a16="http://schemas.microsoft.com/office/drawing/2014/main" id="{2174AE64-5DA9-42D3-879C-0D83FB55A429}"/>
              </a:ext>
            </a:extLst>
          </p:cNvPr>
          <p:cNvSpPr>
            <a:spLocks xmlns:a="http://schemas.openxmlformats.org/drawingml/2006/main" noGrp="1"/>
          </p:cNvSpPr>
          <p:nvPr/>
        </p:nvSpPr>
        <p:spPr>
          <a:xfrm xmlns:a="http://schemas.openxmlformats.org/drawingml/2006/main">
            <a:off x="685800" y="1924050"/>
            <a:ext cx="54292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700" b="1">
                <a:solidFill>
                  <a:srgbClr val="A3432C"/>
                </a:solidFill>
                <a:latin typeface="Nimbus Sans"/>
                <a:ea typeface="Nimbus Sans"/>
                <a:cs typeface="Nimbus Sans"/>
              </a:defRPr>
            </a:defPPr>
            <a:lvl1pPr algn="l">
              <a:buNone/>
              <a:defRPr sz="11700" b="1">
                <a:solidFill>
                  <a:srgbClr val="A3432C"/>
                </a:solidFill>
                <a:latin typeface="Nimbus Sans"/>
                <a:ea typeface="Nimbus Sans"/>
                <a:cs typeface="Nimbus Sans"/>
              </a:defRPr>
            </a:lvl1pPr>
            <a:lvl2pPr algn="l">
              <a:buNone/>
              <a:defRPr sz="11700" b="1">
                <a:solidFill>
                  <a:srgbClr val="A3432C"/>
                </a:solidFill>
                <a:latin typeface="Nimbus Sans"/>
                <a:ea typeface="Nimbus Sans"/>
                <a:cs typeface="Nimbus Sans"/>
              </a:defRPr>
            </a:lvl2pPr>
            <a:lvl3pPr algn="l">
              <a:buNone/>
              <a:defRPr sz="11700" b="1">
                <a:solidFill>
                  <a:srgbClr val="A3432C"/>
                </a:solidFill>
                <a:latin typeface="Nimbus Sans"/>
                <a:ea typeface="Nimbus Sans"/>
                <a:cs typeface="Nimbus Sans"/>
              </a:defRPr>
            </a:lvl3pPr>
            <a:lvl4pPr algn="l">
              <a:buNone/>
              <a:defRPr sz="11700" b="1">
                <a:solidFill>
                  <a:srgbClr val="A3432C"/>
                </a:solidFill>
                <a:latin typeface="Nimbus Sans"/>
                <a:ea typeface="Nimbus Sans"/>
                <a:cs typeface="Nimbus Sans"/>
              </a:defRPr>
            </a:lvl4pPr>
            <a:lvl5pPr algn="l">
              <a:buNone/>
              <a:defRPr sz="11700" b="1">
                <a:solidFill>
                  <a:srgbClr val="A3432C"/>
                </a:solidFill>
                <a:latin typeface="Nimbus Sans"/>
                <a:ea typeface="Nimbus Sans"/>
                <a:cs typeface="Nimbus Sans"/>
              </a:defRPr>
            </a:lvl5pPr>
            <a:lvl6pPr algn="l">
              <a:buNone/>
              <a:defRPr sz="11700" b="1">
                <a:solidFill>
                  <a:srgbClr val="A3432C"/>
                </a:solidFill>
                <a:latin typeface="Nimbus Sans"/>
                <a:ea typeface="Nimbus Sans"/>
                <a:cs typeface="Nimbus Sans"/>
              </a:defRPr>
            </a:lvl6pPr>
            <a:lvl7pPr algn="l">
              <a:buNone/>
              <a:defRPr sz="11700" b="1">
                <a:solidFill>
                  <a:srgbClr val="A3432C"/>
                </a:solidFill>
                <a:latin typeface="Nimbus Sans"/>
                <a:ea typeface="Nimbus Sans"/>
                <a:cs typeface="Nimbus Sans"/>
              </a:defRPr>
            </a:lvl7pPr>
            <a:lvl8pPr algn="l">
              <a:buNone/>
              <a:defRPr sz="11700" b="1">
                <a:solidFill>
                  <a:srgbClr val="A3432C"/>
                </a:solidFill>
                <a:latin typeface="Nimbus Sans"/>
                <a:ea typeface="Nimbus Sans"/>
                <a:cs typeface="Nimbus Sans"/>
              </a:defRPr>
            </a:lvl8pPr>
            <a:lvl9pPr algn="l">
              <a:buNone/>
              <a:defRPr sz="11700" b="1">
                <a:solidFill>
                  <a:srgbClr val="A3432C"/>
                </a:solidFill>
                <a:latin typeface="Nimbus Sans"/>
                <a:ea typeface="Nimbus Sans"/>
                <a:cs typeface="Nimbus Sans"/>
              </a:defRPr>
            </a:lvl9pPr>
          </a:lstStyle>
          <a:p xmlns:a="http://schemas.openxmlformats.org/drawingml/2006/main">
            <a:pPr algn="l">
              <a:buNone/>
              <a:defRPr sz="11700" b="1">
                <a:solidFill>
                  <a:srgbClr val="A3432C"/>
                </a:solidFill>
                <a:latin typeface="Nimbus Sans"/>
                <a:ea typeface="Nimbus Sans"/>
                <a:cs typeface="Nimbus Sans"/>
              </a:defRPr>
            </a:pPr>
            <a:r>
              <a:rPr sz="11700" b="1">
                <a:solidFill>
                  <a:srgbClr val="A3432C"/>
                </a:solidFill>
                <a:latin typeface="Nimbus Sans"/>
                <a:ea typeface="Nimbus Sans"/>
                <a:cs typeface="Nimbus Sans"/>
              </a:rPr>
              <a:t>$20</a:t>
            </a:r>
          </a:p>
        </p:txBody>
      </p:sp>
      <p:sp>
        <p:nvSpPr>
          <p:cNvPr id="4" name="prompt">
            <a:extLst xmlns:a="http://schemas.openxmlformats.org/drawingml/2006/main">
              <a:ext uri="{FF2B5EF4-FFF2-40B4-BE49-F238E27FC236}">
                <a16:creationId xmlns:a16="http://schemas.microsoft.com/office/drawing/2014/main" id="{94D8AEA4-BCFC-42F3-AEDE-99BE9DD1D57C}"/>
              </a:ext>
            </a:extLst>
          </p:cNvPr>
          <p:cNvSpPr>
            <a:spLocks xmlns:a="http://schemas.openxmlformats.org/drawingml/2006/main" noGrp="1"/>
          </p:cNvSpPr>
          <p:nvPr/>
        </p:nvSpPr>
        <p:spPr>
          <a:xfrm xmlns:a="http://schemas.openxmlformats.org/drawingml/2006/main">
            <a:off x="6553200" y="2190750"/>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3D35"/>
                </a:solidFill>
                <a:latin typeface="Nimbus Sans"/>
                <a:ea typeface="Nimbus Sans"/>
                <a:cs typeface="Nimbus Sans"/>
              </a:defRPr>
            </a:defPPr>
            <a:lvl1pPr algn="l">
              <a:buNone/>
              <a:defRPr sz="3450" b="1">
                <a:solidFill>
                  <a:srgbClr val="173D35"/>
                </a:solidFill>
                <a:latin typeface="Nimbus Sans"/>
                <a:ea typeface="Nimbus Sans"/>
                <a:cs typeface="Nimbus Sans"/>
              </a:defRPr>
            </a:lvl1pPr>
            <a:lvl2pPr algn="l">
              <a:buNone/>
              <a:defRPr sz="3450" b="1">
                <a:solidFill>
                  <a:srgbClr val="173D35"/>
                </a:solidFill>
                <a:latin typeface="Nimbus Sans"/>
                <a:ea typeface="Nimbus Sans"/>
                <a:cs typeface="Nimbus Sans"/>
              </a:defRPr>
            </a:lvl2pPr>
            <a:lvl3pPr algn="l">
              <a:buNone/>
              <a:defRPr sz="3450" b="1">
                <a:solidFill>
                  <a:srgbClr val="173D35"/>
                </a:solidFill>
                <a:latin typeface="Nimbus Sans"/>
                <a:ea typeface="Nimbus Sans"/>
                <a:cs typeface="Nimbus Sans"/>
              </a:defRPr>
            </a:lvl3pPr>
            <a:lvl4pPr algn="l">
              <a:buNone/>
              <a:defRPr sz="3450" b="1">
                <a:solidFill>
                  <a:srgbClr val="173D35"/>
                </a:solidFill>
                <a:latin typeface="Nimbus Sans"/>
                <a:ea typeface="Nimbus Sans"/>
                <a:cs typeface="Nimbus Sans"/>
              </a:defRPr>
            </a:lvl4pPr>
            <a:lvl5pPr algn="l">
              <a:buNone/>
              <a:defRPr sz="3450" b="1">
                <a:solidFill>
                  <a:srgbClr val="173D35"/>
                </a:solidFill>
                <a:latin typeface="Nimbus Sans"/>
                <a:ea typeface="Nimbus Sans"/>
                <a:cs typeface="Nimbus Sans"/>
              </a:defRPr>
            </a:lvl5pPr>
            <a:lvl6pPr algn="l">
              <a:buNone/>
              <a:defRPr sz="3450" b="1">
                <a:solidFill>
                  <a:srgbClr val="173D35"/>
                </a:solidFill>
                <a:latin typeface="Nimbus Sans"/>
                <a:ea typeface="Nimbus Sans"/>
                <a:cs typeface="Nimbus Sans"/>
              </a:defRPr>
            </a:lvl6pPr>
            <a:lvl7pPr algn="l">
              <a:buNone/>
              <a:defRPr sz="3450" b="1">
                <a:solidFill>
                  <a:srgbClr val="173D35"/>
                </a:solidFill>
                <a:latin typeface="Nimbus Sans"/>
                <a:ea typeface="Nimbus Sans"/>
                <a:cs typeface="Nimbus Sans"/>
              </a:defRPr>
            </a:lvl7pPr>
            <a:lvl8pPr algn="l">
              <a:buNone/>
              <a:defRPr sz="3450" b="1">
                <a:solidFill>
                  <a:srgbClr val="173D35"/>
                </a:solidFill>
                <a:latin typeface="Nimbus Sans"/>
                <a:ea typeface="Nimbus Sans"/>
                <a:cs typeface="Nimbus Sans"/>
              </a:defRPr>
            </a:lvl8pPr>
            <a:lvl9pPr algn="l">
              <a:buNone/>
              <a:defRPr sz="3450" b="1">
                <a:solidFill>
                  <a:srgbClr val="173D35"/>
                </a:solidFill>
                <a:latin typeface="Nimbus Sans"/>
                <a:ea typeface="Nimbus Sans"/>
                <a:cs typeface="Nimbus Sans"/>
              </a:defRPr>
            </a:lvl9pPr>
          </a:lstStyle>
          <a:p xmlns:a="http://schemas.openxmlformats.org/drawingml/2006/main">
            <a:pPr algn="l">
              <a:buNone/>
              <a:defRPr sz="3450" b="1">
                <a:solidFill>
                  <a:srgbClr val="173D35"/>
                </a:solidFill>
                <a:latin typeface="Nimbus Sans"/>
                <a:ea typeface="Nimbus Sans"/>
                <a:cs typeface="Nimbus Sans"/>
              </a:defRPr>
            </a:pPr>
            <a:r>
              <a:rPr sz="3450" b="1">
                <a:solidFill>
                  <a:srgbClr val="173D35"/>
                </a:solidFill>
                <a:latin typeface="Nimbus Sans"/>
                <a:ea typeface="Nimbus Sans"/>
                <a:cs typeface="Nimbus Sans"/>
              </a:rPr>
              <a:t>What would you do first?</a:t>
            </a:r>
          </a:p>
        </p:txBody>
      </p:sp>
      <p:sp>
        <p:nvSpPr>
          <p:cNvPr id="5" name="followup">
            <a:extLst xmlns:a="http://schemas.openxmlformats.org/drawingml/2006/main">
              <a:ext uri="{FF2B5EF4-FFF2-40B4-BE49-F238E27FC236}">
                <a16:creationId xmlns:a16="http://schemas.microsoft.com/office/drawing/2014/main" id="{FCC05315-2EA0-48BA-9B46-10E5D87824B4}"/>
              </a:ext>
            </a:extLst>
          </p:cNvPr>
          <p:cNvSpPr>
            <a:spLocks xmlns:a="http://schemas.openxmlformats.org/drawingml/2006/main" noGrp="1"/>
          </p:cNvSpPr>
          <p:nvPr/>
        </p:nvSpPr>
        <p:spPr>
          <a:xfrm xmlns:a="http://schemas.openxmlformats.org/drawingml/2006/main">
            <a:off x="6553200" y="3505200"/>
            <a:ext cx="47148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55655E"/>
                </a:solidFill>
                <a:latin typeface="Nimbus Sans"/>
                <a:ea typeface="Nimbus Sans"/>
                <a:cs typeface="Nimbus Sans"/>
              </a:defRPr>
            </a:defPPr>
            <a:lvl1pPr algn="l">
              <a:buNone/>
              <a:defRPr sz="2550" b="0">
                <a:solidFill>
                  <a:srgbClr val="55655E"/>
                </a:solidFill>
                <a:latin typeface="Nimbus Sans"/>
                <a:ea typeface="Nimbus Sans"/>
                <a:cs typeface="Nimbus Sans"/>
              </a:defRPr>
            </a:lvl1pPr>
            <a:lvl2pPr algn="l">
              <a:buNone/>
              <a:defRPr sz="2550" b="0">
                <a:solidFill>
                  <a:srgbClr val="55655E"/>
                </a:solidFill>
                <a:latin typeface="Nimbus Sans"/>
                <a:ea typeface="Nimbus Sans"/>
                <a:cs typeface="Nimbus Sans"/>
              </a:defRPr>
            </a:lvl2pPr>
            <a:lvl3pPr algn="l">
              <a:buNone/>
              <a:defRPr sz="2550" b="0">
                <a:solidFill>
                  <a:srgbClr val="55655E"/>
                </a:solidFill>
                <a:latin typeface="Nimbus Sans"/>
                <a:ea typeface="Nimbus Sans"/>
                <a:cs typeface="Nimbus Sans"/>
              </a:defRPr>
            </a:lvl3pPr>
            <a:lvl4pPr algn="l">
              <a:buNone/>
              <a:defRPr sz="2550" b="0">
                <a:solidFill>
                  <a:srgbClr val="55655E"/>
                </a:solidFill>
                <a:latin typeface="Nimbus Sans"/>
                <a:ea typeface="Nimbus Sans"/>
                <a:cs typeface="Nimbus Sans"/>
              </a:defRPr>
            </a:lvl4pPr>
            <a:lvl5pPr algn="l">
              <a:buNone/>
              <a:defRPr sz="2550" b="0">
                <a:solidFill>
                  <a:srgbClr val="55655E"/>
                </a:solidFill>
                <a:latin typeface="Nimbus Sans"/>
                <a:ea typeface="Nimbus Sans"/>
                <a:cs typeface="Nimbus Sans"/>
              </a:defRPr>
            </a:lvl5pPr>
            <a:lvl6pPr algn="l">
              <a:buNone/>
              <a:defRPr sz="2550" b="0">
                <a:solidFill>
                  <a:srgbClr val="55655E"/>
                </a:solidFill>
                <a:latin typeface="Nimbus Sans"/>
                <a:ea typeface="Nimbus Sans"/>
                <a:cs typeface="Nimbus Sans"/>
              </a:defRPr>
            </a:lvl6pPr>
            <a:lvl7pPr algn="l">
              <a:buNone/>
              <a:defRPr sz="2550" b="0">
                <a:solidFill>
                  <a:srgbClr val="55655E"/>
                </a:solidFill>
                <a:latin typeface="Nimbus Sans"/>
                <a:ea typeface="Nimbus Sans"/>
                <a:cs typeface="Nimbus Sans"/>
              </a:defRPr>
            </a:lvl7pPr>
            <a:lvl8pPr algn="l">
              <a:buNone/>
              <a:defRPr sz="2550" b="0">
                <a:solidFill>
                  <a:srgbClr val="55655E"/>
                </a:solidFill>
                <a:latin typeface="Nimbus Sans"/>
                <a:ea typeface="Nimbus Sans"/>
                <a:cs typeface="Nimbus Sans"/>
              </a:defRPr>
            </a:lvl8pPr>
            <a:lvl9pPr algn="l">
              <a:buNone/>
              <a:defRPr sz="2550" b="0">
                <a:solidFill>
                  <a:srgbClr val="55655E"/>
                </a:solidFill>
                <a:latin typeface="Nimbus Sans"/>
                <a:ea typeface="Nimbus Sans"/>
                <a:cs typeface="Nimbus Sans"/>
              </a:defRPr>
            </a:lvl9pPr>
          </a:lstStyle>
          <a:p xmlns:a="http://schemas.openxmlformats.org/drawingml/2006/main">
            <a:pPr algn="l">
              <a:buNone/>
              <a:defRPr sz="2550" b="0">
                <a:solidFill>
                  <a:srgbClr val="55655E"/>
                </a:solidFill>
                <a:latin typeface="Nimbus Sans"/>
                <a:ea typeface="Nimbus Sans"/>
                <a:cs typeface="Nimbus Sans"/>
              </a:defRPr>
            </a:pPr>
            <a:r>
              <a:rPr sz="2550" b="0">
                <a:solidFill>
                  <a:srgbClr val="55655E"/>
                </a:solidFill>
                <a:latin typeface="Nimbus Sans"/>
                <a:ea typeface="Nimbus Sans"/>
                <a:cs typeface="Nimbus Sans"/>
              </a:rPr>
              <a:t>Think for 20 seconds.</a:t>
            </a:r>
          </a:p>
          <a:p xmlns:a="http://schemas.openxmlformats.org/drawingml/2006/main">
            <a:pPr algn="l">
              <a:buNone/>
              <a:defRPr sz="2550" b="0">
                <a:solidFill>
                  <a:srgbClr val="55655E"/>
                </a:solidFill>
                <a:latin typeface="Nimbus Sans"/>
                <a:ea typeface="Nimbus Sans"/>
                <a:cs typeface="Nimbus Sans"/>
              </a:defRPr>
            </a:pPr>
            <a:r>
              <a:rPr sz="2550" b="0">
                <a:solidFill>
                  <a:srgbClr val="55655E"/>
                </a:solidFill>
                <a:latin typeface="Nimbus Sans"/>
                <a:ea typeface="Nimbus Sans"/>
                <a:cs typeface="Nimbus Sans"/>
              </a:rPr>
              <a:t>Then share in chat.</a:t>
            </a:r>
          </a:p>
        </p:txBody>
      </p:sp>
      <p:sp>
        <p:nvSpPr>
          <p:cNvPr id="6" name="context">
            <a:extLst xmlns:a="http://schemas.openxmlformats.org/drawingml/2006/main">
              <a:ext uri="{FF2B5EF4-FFF2-40B4-BE49-F238E27FC236}">
                <a16:creationId xmlns:a16="http://schemas.microsoft.com/office/drawing/2014/main" id="{BAA5A74F-F58A-4290-B7D2-F5B958D659FD}"/>
              </a:ext>
            </a:extLst>
          </p:cNvPr>
          <p:cNvSpPr>
            <a:spLocks xmlns:a="http://schemas.openxmlformats.org/drawingml/2006/main" noGrp="1"/>
          </p:cNvSpPr>
          <p:nvPr/>
        </p:nvSpPr>
        <p:spPr>
          <a:xfrm xmlns:a="http://schemas.openxmlformats.org/drawingml/2006/main">
            <a:off x="685800" y="5372100"/>
            <a:ext cx="952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5655E"/>
                </a:solidFill>
                <a:latin typeface="Nimbus Sans"/>
                <a:ea typeface="Nimbus Sans"/>
                <a:cs typeface="Nimbus Sans"/>
              </a:defRPr>
            </a:defPPr>
            <a:lvl1pPr algn="l">
              <a:buNone/>
              <a:defRPr sz="2250" b="0">
                <a:solidFill>
                  <a:srgbClr val="55655E"/>
                </a:solidFill>
                <a:latin typeface="Nimbus Sans"/>
                <a:ea typeface="Nimbus Sans"/>
                <a:cs typeface="Nimbus Sans"/>
              </a:defRPr>
            </a:lvl1pPr>
            <a:lvl2pPr algn="l">
              <a:buNone/>
              <a:defRPr sz="2250" b="0">
                <a:solidFill>
                  <a:srgbClr val="55655E"/>
                </a:solidFill>
                <a:latin typeface="Nimbus Sans"/>
                <a:ea typeface="Nimbus Sans"/>
                <a:cs typeface="Nimbus Sans"/>
              </a:defRPr>
            </a:lvl2pPr>
            <a:lvl3pPr algn="l">
              <a:buNone/>
              <a:defRPr sz="2250" b="0">
                <a:solidFill>
                  <a:srgbClr val="55655E"/>
                </a:solidFill>
                <a:latin typeface="Nimbus Sans"/>
                <a:ea typeface="Nimbus Sans"/>
                <a:cs typeface="Nimbus Sans"/>
              </a:defRPr>
            </a:lvl3pPr>
            <a:lvl4pPr algn="l">
              <a:buNone/>
              <a:defRPr sz="2250" b="0">
                <a:solidFill>
                  <a:srgbClr val="55655E"/>
                </a:solidFill>
                <a:latin typeface="Nimbus Sans"/>
                <a:ea typeface="Nimbus Sans"/>
                <a:cs typeface="Nimbus Sans"/>
              </a:defRPr>
            </a:lvl4pPr>
            <a:lvl5pPr algn="l">
              <a:buNone/>
              <a:defRPr sz="2250" b="0">
                <a:solidFill>
                  <a:srgbClr val="55655E"/>
                </a:solidFill>
                <a:latin typeface="Nimbus Sans"/>
                <a:ea typeface="Nimbus Sans"/>
                <a:cs typeface="Nimbus Sans"/>
              </a:defRPr>
            </a:lvl5pPr>
            <a:lvl6pPr algn="l">
              <a:buNone/>
              <a:defRPr sz="2250" b="0">
                <a:solidFill>
                  <a:srgbClr val="55655E"/>
                </a:solidFill>
                <a:latin typeface="Nimbus Sans"/>
                <a:ea typeface="Nimbus Sans"/>
                <a:cs typeface="Nimbus Sans"/>
              </a:defRPr>
            </a:lvl6pPr>
            <a:lvl7pPr algn="l">
              <a:buNone/>
              <a:defRPr sz="2250" b="0">
                <a:solidFill>
                  <a:srgbClr val="55655E"/>
                </a:solidFill>
                <a:latin typeface="Nimbus Sans"/>
                <a:ea typeface="Nimbus Sans"/>
                <a:cs typeface="Nimbus Sans"/>
              </a:defRPr>
            </a:lvl7pPr>
            <a:lvl8pPr algn="l">
              <a:buNone/>
              <a:defRPr sz="2250" b="0">
                <a:solidFill>
                  <a:srgbClr val="55655E"/>
                </a:solidFill>
                <a:latin typeface="Nimbus Sans"/>
                <a:ea typeface="Nimbus Sans"/>
                <a:cs typeface="Nimbus Sans"/>
              </a:defRPr>
            </a:lvl8pPr>
            <a:lvl9pPr algn="l">
              <a:buNone/>
              <a:defRPr sz="2250" b="0">
                <a:solidFill>
                  <a:srgbClr val="55655E"/>
                </a:solidFill>
                <a:latin typeface="Nimbus Sans"/>
                <a:ea typeface="Nimbus Sans"/>
                <a:cs typeface="Nimbus Sans"/>
              </a:defRPr>
            </a:lvl9pPr>
          </a:lstStyle>
          <a:p xmlns:a="http://schemas.openxmlformats.org/drawingml/2006/main">
            <a:pPr algn="l">
              <a:buNone/>
              <a:defRPr sz="2250" b="0">
                <a:solidFill>
                  <a:srgbClr val="55655E"/>
                </a:solidFill>
                <a:latin typeface="Nimbus Sans"/>
                <a:ea typeface="Nimbus Sans"/>
                <a:cs typeface="Nimbus Sans"/>
              </a:defRPr>
            </a:pPr>
            <a:r>
              <a:rPr sz="2250" b="0">
                <a:solidFill>
                  <a:srgbClr val="55655E"/>
                </a:solidFill>
                <a:latin typeface="Nimbus Sans"/>
                <a:ea typeface="Nimbus Sans"/>
                <a:cs typeface="Nimbus Sans"/>
              </a:rPr>
              <a:t>We’ll use pretend money today.</a:t>
            </a:r>
          </a:p>
        </p:txBody>
      </p:sp>
    </p:spTree>
    <p:extLst>
      <p:ext uri="{BB962C8B-B14F-4D97-AF65-F5344CB8AC3E}">
        <p14:creationId xmlns:p14="http://schemas.microsoft.com/office/powerpoint/2010/main" val="513563786"/>
      </p:ext>
    </p:extLst>
  </p:cSld>
</p:sld>
</file>

<file path=ppt/slides/slide3.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8" name="headline">
            <a:extLst xmlns:a="http://schemas.openxmlformats.org/drawingml/2006/main">
              <a:ext uri="{FF2B5EF4-FFF2-40B4-BE49-F238E27FC236}">
                <a16:creationId xmlns:a16="http://schemas.microsoft.com/office/drawing/2014/main" id="{7C60DA67-5C73-4714-AFA0-985DAFA5FA99}"/>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buNone/>
              <a:defRPr sz="3900" b="1">
                <a:solidFill>
                  <a:srgbClr val="173D35"/>
                </a:solidFill>
                <a:latin typeface="Nimbus Sans"/>
                <a:ea typeface="Nimbus Sans"/>
                <a:cs typeface="Nimbus Sans"/>
              </a:defRPr>
            </a:lvl1pPr>
            <a:lvl2pPr algn="l">
              <a:buNone/>
              <a:defRPr sz="3900" b="1">
                <a:solidFill>
                  <a:srgbClr val="173D35"/>
                </a:solidFill>
                <a:latin typeface="Nimbus Sans"/>
                <a:ea typeface="Nimbus Sans"/>
                <a:cs typeface="Nimbus Sans"/>
              </a:defRPr>
            </a:lvl2pPr>
            <a:lvl3pPr algn="l">
              <a:buNone/>
              <a:defRPr sz="3900" b="1">
                <a:solidFill>
                  <a:srgbClr val="173D35"/>
                </a:solidFill>
                <a:latin typeface="Nimbus Sans"/>
                <a:ea typeface="Nimbus Sans"/>
                <a:cs typeface="Nimbus Sans"/>
              </a:defRPr>
            </a:lvl3pPr>
            <a:lvl4pPr algn="l">
              <a:buNone/>
              <a:defRPr sz="3900" b="1">
                <a:solidFill>
                  <a:srgbClr val="173D35"/>
                </a:solidFill>
                <a:latin typeface="Nimbus Sans"/>
                <a:ea typeface="Nimbus Sans"/>
                <a:cs typeface="Nimbus Sans"/>
              </a:defRPr>
            </a:lvl4pPr>
            <a:lvl5pPr algn="l">
              <a:buNone/>
              <a:defRPr sz="3900" b="1">
                <a:solidFill>
                  <a:srgbClr val="173D35"/>
                </a:solidFill>
                <a:latin typeface="Nimbus Sans"/>
                <a:ea typeface="Nimbus Sans"/>
                <a:cs typeface="Nimbus Sans"/>
              </a:defRPr>
            </a:lvl5pPr>
            <a:lvl6pPr algn="l">
              <a:buNone/>
              <a:defRPr sz="3900" b="1">
                <a:solidFill>
                  <a:srgbClr val="173D35"/>
                </a:solidFill>
                <a:latin typeface="Nimbus Sans"/>
                <a:ea typeface="Nimbus Sans"/>
                <a:cs typeface="Nimbus Sans"/>
              </a:defRPr>
            </a:lvl6pPr>
            <a:lvl7pPr algn="l">
              <a:buNone/>
              <a:defRPr sz="3900" b="1">
                <a:solidFill>
                  <a:srgbClr val="173D35"/>
                </a:solidFill>
                <a:latin typeface="Nimbus Sans"/>
                <a:ea typeface="Nimbus Sans"/>
                <a:cs typeface="Nimbus Sans"/>
              </a:defRPr>
            </a:lvl7pPr>
            <a:lvl8pPr algn="l">
              <a:buNone/>
              <a:defRPr sz="3900" b="1">
                <a:solidFill>
                  <a:srgbClr val="173D35"/>
                </a:solidFill>
                <a:latin typeface="Nimbus Sans"/>
                <a:ea typeface="Nimbus Sans"/>
                <a:cs typeface="Nimbus Sans"/>
              </a:defRPr>
            </a:lvl8pPr>
            <a:lvl9pPr algn="l">
              <a:buNone/>
              <a:defRPr sz="3900" b="1">
                <a:solidFill>
                  <a:srgbClr val="173D35"/>
                </a:solidFill>
                <a:latin typeface="Nimbus Sans"/>
                <a:ea typeface="Nimbus Sans"/>
                <a:cs typeface="Nimbus Sans"/>
              </a:defRPr>
            </a:lvl9pPr>
          </a:lstStyle>
          <a:p xmlns:a="http://schemas.openxmlformats.org/drawingml/2006/main">
            <a:pPr algn="l">
              <a:buNone/>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Where money comes from</a:t>
            </a:r>
          </a:p>
        </p:txBody>
      </p:sp>
      <p:sp>
        <p:nvSpPr>
          <p:cNvPr id="2" name="page-number">
            <a:extLst xmlns:a="http://schemas.openxmlformats.org/drawingml/2006/main">
              <a:ext uri="{FF2B5EF4-FFF2-40B4-BE49-F238E27FC236}">
                <a16:creationId xmlns:a16="http://schemas.microsoft.com/office/drawing/2014/main" id="{E2A11F89-240F-428E-96BD-D88E3F5D0705}"/>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buNone/>
              <a:defRPr sz="1500" b="0">
                <a:solidFill>
                  <a:srgbClr val="55655E"/>
                </a:solidFill>
                <a:latin typeface="Nimbus Sans"/>
                <a:ea typeface="Nimbus Sans"/>
                <a:cs typeface="Nimbus Sans"/>
              </a:defRPr>
            </a:lvl1pPr>
            <a:lvl2pPr algn="r">
              <a:buNone/>
              <a:defRPr sz="1500" b="0">
                <a:solidFill>
                  <a:srgbClr val="55655E"/>
                </a:solidFill>
                <a:latin typeface="Nimbus Sans"/>
                <a:ea typeface="Nimbus Sans"/>
                <a:cs typeface="Nimbus Sans"/>
              </a:defRPr>
            </a:lvl2pPr>
            <a:lvl3pPr algn="r">
              <a:buNone/>
              <a:defRPr sz="1500" b="0">
                <a:solidFill>
                  <a:srgbClr val="55655E"/>
                </a:solidFill>
                <a:latin typeface="Nimbus Sans"/>
                <a:ea typeface="Nimbus Sans"/>
                <a:cs typeface="Nimbus Sans"/>
              </a:defRPr>
            </a:lvl3pPr>
            <a:lvl4pPr algn="r">
              <a:buNone/>
              <a:defRPr sz="1500" b="0">
                <a:solidFill>
                  <a:srgbClr val="55655E"/>
                </a:solidFill>
                <a:latin typeface="Nimbus Sans"/>
                <a:ea typeface="Nimbus Sans"/>
                <a:cs typeface="Nimbus Sans"/>
              </a:defRPr>
            </a:lvl4pPr>
            <a:lvl5pPr algn="r">
              <a:buNone/>
              <a:defRPr sz="1500" b="0">
                <a:solidFill>
                  <a:srgbClr val="55655E"/>
                </a:solidFill>
                <a:latin typeface="Nimbus Sans"/>
                <a:ea typeface="Nimbus Sans"/>
                <a:cs typeface="Nimbus Sans"/>
              </a:defRPr>
            </a:lvl5pPr>
            <a:lvl6pPr algn="r">
              <a:buNone/>
              <a:defRPr sz="1500" b="0">
                <a:solidFill>
                  <a:srgbClr val="55655E"/>
                </a:solidFill>
                <a:latin typeface="Nimbus Sans"/>
                <a:ea typeface="Nimbus Sans"/>
                <a:cs typeface="Nimbus Sans"/>
              </a:defRPr>
            </a:lvl6pPr>
            <a:lvl7pPr algn="r">
              <a:buNone/>
              <a:defRPr sz="1500" b="0">
                <a:solidFill>
                  <a:srgbClr val="55655E"/>
                </a:solidFill>
                <a:latin typeface="Nimbus Sans"/>
                <a:ea typeface="Nimbus Sans"/>
                <a:cs typeface="Nimbus Sans"/>
              </a:defRPr>
            </a:lvl7pPr>
            <a:lvl8pPr algn="r">
              <a:buNone/>
              <a:defRPr sz="1500" b="0">
                <a:solidFill>
                  <a:srgbClr val="55655E"/>
                </a:solidFill>
                <a:latin typeface="Nimbus Sans"/>
                <a:ea typeface="Nimbus Sans"/>
                <a:cs typeface="Nimbus Sans"/>
              </a:defRPr>
            </a:lvl8pPr>
            <a:lvl9pPr algn="r">
              <a:buNone/>
              <a:defRPr sz="1500" b="0">
                <a:solidFill>
                  <a:srgbClr val="55655E"/>
                </a:solidFill>
                <a:latin typeface="Nimbus Sans"/>
                <a:ea typeface="Nimbus Sans"/>
                <a:cs typeface="Nimbus Sans"/>
              </a:defRPr>
            </a:lvl9pPr>
          </a:lstStyle>
          <a:p xmlns:a="http://schemas.openxmlformats.org/drawingml/2006/main">
            <a:pPr algn="r">
              <a:buNone/>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03</a:t>
            </a:r>
          </a:p>
        </p:txBody>
      </p:sp>
      <p:sp>
        <p:nvSpPr>
          <p:cNvPr id="3" name="earn">
            <a:extLst xmlns:a="http://schemas.openxmlformats.org/drawingml/2006/main">
              <a:ext uri="{FF2B5EF4-FFF2-40B4-BE49-F238E27FC236}">
                <a16:creationId xmlns:a16="http://schemas.microsoft.com/office/drawing/2014/main" id="{6CEFF5CE-E099-4461-B861-1474F7787CD8}"/>
              </a:ext>
            </a:extLst>
          </p:cNvPr>
          <p:cNvSpPr>
            <a:spLocks xmlns:a="http://schemas.openxmlformats.org/drawingml/2006/main" noGrp="1"/>
          </p:cNvSpPr>
          <p:nvPr/>
        </p:nvSpPr>
        <p:spPr>
          <a:xfrm xmlns:a="http://schemas.openxmlformats.org/drawingml/2006/main">
            <a:off x="685800" y="201930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73D35"/>
                </a:solidFill>
                <a:latin typeface="Nimbus Sans"/>
                <a:ea typeface="Nimbus Sans"/>
                <a:cs typeface="Nimbus Sans"/>
              </a:defRPr>
            </a:defPPr>
            <a:lvl1pPr algn="l">
              <a:buNone/>
              <a:defRPr sz="3600" b="1">
                <a:solidFill>
                  <a:srgbClr val="173D35"/>
                </a:solidFill>
                <a:latin typeface="Nimbus Sans"/>
                <a:ea typeface="Nimbus Sans"/>
                <a:cs typeface="Nimbus Sans"/>
              </a:defRPr>
            </a:lvl1pPr>
            <a:lvl2pPr algn="l">
              <a:buNone/>
              <a:defRPr sz="3600" b="1">
                <a:solidFill>
                  <a:srgbClr val="173D35"/>
                </a:solidFill>
                <a:latin typeface="Nimbus Sans"/>
                <a:ea typeface="Nimbus Sans"/>
                <a:cs typeface="Nimbus Sans"/>
              </a:defRPr>
            </a:lvl2pPr>
            <a:lvl3pPr algn="l">
              <a:buNone/>
              <a:defRPr sz="3600" b="1">
                <a:solidFill>
                  <a:srgbClr val="173D35"/>
                </a:solidFill>
                <a:latin typeface="Nimbus Sans"/>
                <a:ea typeface="Nimbus Sans"/>
                <a:cs typeface="Nimbus Sans"/>
              </a:defRPr>
            </a:lvl3pPr>
            <a:lvl4pPr algn="l">
              <a:buNone/>
              <a:defRPr sz="3600" b="1">
                <a:solidFill>
                  <a:srgbClr val="173D35"/>
                </a:solidFill>
                <a:latin typeface="Nimbus Sans"/>
                <a:ea typeface="Nimbus Sans"/>
                <a:cs typeface="Nimbus Sans"/>
              </a:defRPr>
            </a:lvl4pPr>
            <a:lvl5pPr algn="l">
              <a:buNone/>
              <a:defRPr sz="3600" b="1">
                <a:solidFill>
                  <a:srgbClr val="173D35"/>
                </a:solidFill>
                <a:latin typeface="Nimbus Sans"/>
                <a:ea typeface="Nimbus Sans"/>
                <a:cs typeface="Nimbus Sans"/>
              </a:defRPr>
            </a:lvl5pPr>
            <a:lvl6pPr algn="l">
              <a:buNone/>
              <a:defRPr sz="3600" b="1">
                <a:solidFill>
                  <a:srgbClr val="173D35"/>
                </a:solidFill>
                <a:latin typeface="Nimbus Sans"/>
                <a:ea typeface="Nimbus Sans"/>
                <a:cs typeface="Nimbus Sans"/>
              </a:defRPr>
            </a:lvl6pPr>
            <a:lvl7pPr algn="l">
              <a:buNone/>
              <a:defRPr sz="3600" b="1">
                <a:solidFill>
                  <a:srgbClr val="173D35"/>
                </a:solidFill>
                <a:latin typeface="Nimbus Sans"/>
                <a:ea typeface="Nimbus Sans"/>
                <a:cs typeface="Nimbus Sans"/>
              </a:defRPr>
            </a:lvl7pPr>
            <a:lvl8pPr algn="l">
              <a:buNone/>
              <a:defRPr sz="3600" b="1">
                <a:solidFill>
                  <a:srgbClr val="173D35"/>
                </a:solidFill>
                <a:latin typeface="Nimbus Sans"/>
                <a:ea typeface="Nimbus Sans"/>
                <a:cs typeface="Nimbus Sans"/>
              </a:defRPr>
            </a:lvl8pPr>
            <a:lvl9pPr algn="l">
              <a:buNone/>
              <a:defRPr sz="3600" b="1">
                <a:solidFill>
                  <a:srgbClr val="173D35"/>
                </a:solidFill>
                <a:latin typeface="Nimbus Sans"/>
                <a:ea typeface="Nimbus Sans"/>
                <a:cs typeface="Nimbus Sans"/>
              </a:defRPr>
            </a:lvl9pPr>
          </a:lstStyle>
          <a:p xmlns:a="http://schemas.openxmlformats.org/drawingml/2006/main">
            <a:pPr algn="l">
              <a:buNone/>
              <a:defRPr sz="3600" b="1">
                <a:solidFill>
                  <a:srgbClr val="173D35"/>
                </a:solidFill>
                <a:latin typeface="Nimbus Sans"/>
                <a:ea typeface="Nimbus Sans"/>
                <a:cs typeface="Nimbus Sans"/>
              </a:defRPr>
            </a:pPr>
            <a:r>
              <a:rPr sz="3600" b="1">
                <a:solidFill>
                  <a:srgbClr val="173D35"/>
                </a:solidFill>
                <a:latin typeface="Nimbus Sans"/>
                <a:ea typeface="Nimbus Sans"/>
                <a:cs typeface="Nimbus Sans"/>
              </a:rPr>
              <a:t>Earning</a:t>
            </a:r>
          </a:p>
        </p:txBody>
      </p:sp>
      <p:sp>
        <p:nvSpPr>
          <p:cNvPr id="4" name="earn-body">
            <a:extLst xmlns:a="http://schemas.openxmlformats.org/drawingml/2006/main">
              <a:ext uri="{FF2B5EF4-FFF2-40B4-BE49-F238E27FC236}">
                <a16:creationId xmlns:a16="http://schemas.microsoft.com/office/drawing/2014/main" id="{9B6D4A8A-A359-4345-9F94-6EAC5BD8DCC5}"/>
              </a:ext>
            </a:extLst>
          </p:cNvPr>
          <p:cNvSpPr>
            <a:spLocks xmlns:a="http://schemas.openxmlformats.org/drawingml/2006/main" noGrp="1"/>
          </p:cNvSpPr>
          <p:nvPr/>
        </p:nvSpPr>
        <p:spPr>
          <a:xfrm xmlns:a="http://schemas.openxmlformats.org/drawingml/2006/main">
            <a:off x="685800" y="2905125"/>
            <a:ext cx="4953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173D35"/>
                </a:solidFill>
                <a:latin typeface="Nimbus Sans"/>
                <a:ea typeface="Nimbus Sans"/>
                <a:cs typeface="Nimbus Sans"/>
              </a:defRPr>
            </a:defPPr>
            <a:lvl1pPr algn="l">
              <a:buNone/>
              <a:defRPr sz="2850" b="0">
                <a:solidFill>
                  <a:srgbClr val="173D35"/>
                </a:solidFill>
                <a:latin typeface="Nimbus Sans"/>
                <a:ea typeface="Nimbus Sans"/>
                <a:cs typeface="Nimbus Sans"/>
              </a:defRPr>
            </a:lvl1pPr>
            <a:lvl2pPr algn="l">
              <a:buNone/>
              <a:defRPr sz="2850" b="0">
                <a:solidFill>
                  <a:srgbClr val="173D35"/>
                </a:solidFill>
                <a:latin typeface="Nimbus Sans"/>
                <a:ea typeface="Nimbus Sans"/>
                <a:cs typeface="Nimbus Sans"/>
              </a:defRPr>
            </a:lvl2pPr>
            <a:lvl3pPr algn="l">
              <a:buNone/>
              <a:defRPr sz="2850" b="0">
                <a:solidFill>
                  <a:srgbClr val="173D35"/>
                </a:solidFill>
                <a:latin typeface="Nimbus Sans"/>
                <a:ea typeface="Nimbus Sans"/>
                <a:cs typeface="Nimbus Sans"/>
              </a:defRPr>
            </a:lvl3pPr>
            <a:lvl4pPr algn="l">
              <a:buNone/>
              <a:defRPr sz="2850" b="0">
                <a:solidFill>
                  <a:srgbClr val="173D35"/>
                </a:solidFill>
                <a:latin typeface="Nimbus Sans"/>
                <a:ea typeface="Nimbus Sans"/>
                <a:cs typeface="Nimbus Sans"/>
              </a:defRPr>
            </a:lvl4pPr>
            <a:lvl5pPr algn="l">
              <a:buNone/>
              <a:defRPr sz="2850" b="0">
                <a:solidFill>
                  <a:srgbClr val="173D35"/>
                </a:solidFill>
                <a:latin typeface="Nimbus Sans"/>
                <a:ea typeface="Nimbus Sans"/>
                <a:cs typeface="Nimbus Sans"/>
              </a:defRPr>
            </a:lvl5pPr>
            <a:lvl6pPr algn="l">
              <a:buNone/>
              <a:defRPr sz="2850" b="0">
                <a:solidFill>
                  <a:srgbClr val="173D35"/>
                </a:solidFill>
                <a:latin typeface="Nimbus Sans"/>
                <a:ea typeface="Nimbus Sans"/>
                <a:cs typeface="Nimbus Sans"/>
              </a:defRPr>
            </a:lvl6pPr>
            <a:lvl7pPr algn="l">
              <a:buNone/>
              <a:defRPr sz="2850" b="0">
                <a:solidFill>
                  <a:srgbClr val="173D35"/>
                </a:solidFill>
                <a:latin typeface="Nimbus Sans"/>
                <a:ea typeface="Nimbus Sans"/>
                <a:cs typeface="Nimbus Sans"/>
              </a:defRPr>
            </a:lvl7pPr>
            <a:lvl8pPr algn="l">
              <a:buNone/>
              <a:defRPr sz="2850" b="0">
                <a:solidFill>
                  <a:srgbClr val="173D35"/>
                </a:solidFill>
                <a:latin typeface="Nimbus Sans"/>
                <a:ea typeface="Nimbus Sans"/>
                <a:cs typeface="Nimbus Sans"/>
              </a:defRPr>
            </a:lvl8pPr>
            <a:lvl9pPr algn="l">
              <a:buNone/>
              <a:defRPr sz="2850" b="0">
                <a:solidFill>
                  <a:srgbClr val="173D35"/>
                </a:solidFill>
                <a:latin typeface="Nimbus Sans"/>
                <a:ea typeface="Nimbus Sans"/>
                <a:cs typeface="Nimbus Sans"/>
              </a:defRPr>
            </a:lvl9pPr>
          </a:lstStyle>
          <a:p xmlns:a="http://schemas.openxmlformats.org/drawingml/2006/main">
            <a:pPr algn="l">
              <a:buNone/>
              <a:defRPr sz="2850" b="0">
                <a:solidFill>
                  <a:srgbClr val="173D35"/>
                </a:solidFill>
                <a:latin typeface="Nimbus Sans"/>
                <a:ea typeface="Nimbus Sans"/>
                <a:cs typeface="Nimbus Sans"/>
              </a:defRPr>
            </a:pPr>
            <a:r>
              <a:rPr sz="2850" b="0">
                <a:solidFill>
                  <a:srgbClr val="173D35"/>
                </a:solidFill>
                <a:latin typeface="Nimbus Sans"/>
                <a:ea typeface="Nimbus Sans"/>
                <a:cs typeface="Nimbus Sans"/>
              </a:rPr>
              <a:t>People receive money</a:t>
            </a:r>
          </a:p>
          <a:p xmlns:a="http://schemas.openxmlformats.org/drawingml/2006/main">
            <a:pPr algn="l">
              <a:buNone/>
              <a:defRPr sz="2850" b="0">
                <a:solidFill>
                  <a:srgbClr val="173D35"/>
                </a:solidFill>
                <a:latin typeface="Nimbus Sans"/>
                <a:ea typeface="Nimbus Sans"/>
                <a:cs typeface="Nimbus Sans"/>
              </a:defRPr>
            </a:pPr>
            <a:r>
              <a:rPr sz="2850" b="0">
                <a:solidFill>
                  <a:srgbClr val="173D35"/>
                </a:solidFill>
                <a:latin typeface="Nimbus Sans"/>
                <a:ea typeface="Nimbus Sans"/>
                <a:cs typeface="Nimbus Sans"/>
              </a:rPr>
              <a:t>for work they do.</a:t>
            </a:r>
          </a:p>
        </p:txBody>
      </p:sp>
      <p:sp>
        <p:nvSpPr>
          <p:cNvPr id="5" name="gift">
            <a:extLst xmlns:a="http://schemas.openxmlformats.org/drawingml/2006/main">
              <a:ext uri="{FF2B5EF4-FFF2-40B4-BE49-F238E27FC236}">
                <a16:creationId xmlns:a16="http://schemas.microsoft.com/office/drawing/2014/main" id="{598A7B99-3994-4C6A-B0F1-E31E1D1D2545}"/>
              </a:ext>
            </a:extLst>
          </p:cNvPr>
          <p:cNvSpPr>
            <a:spLocks xmlns:a="http://schemas.openxmlformats.org/drawingml/2006/main" noGrp="1"/>
          </p:cNvSpPr>
          <p:nvPr/>
        </p:nvSpPr>
        <p:spPr>
          <a:xfrm xmlns:a="http://schemas.openxmlformats.org/drawingml/2006/main">
            <a:off x="6686550" y="2019300"/>
            <a:ext cx="466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A3432C"/>
                </a:solidFill>
                <a:latin typeface="Nimbus Sans"/>
                <a:ea typeface="Nimbus Sans"/>
                <a:cs typeface="Nimbus Sans"/>
              </a:defRPr>
            </a:defPPr>
            <a:lvl1pPr algn="l">
              <a:buNone/>
              <a:defRPr sz="3600" b="1">
                <a:solidFill>
                  <a:srgbClr val="A3432C"/>
                </a:solidFill>
                <a:latin typeface="Nimbus Sans"/>
                <a:ea typeface="Nimbus Sans"/>
                <a:cs typeface="Nimbus Sans"/>
              </a:defRPr>
            </a:lvl1pPr>
            <a:lvl2pPr algn="l">
              <a:buNone/>
              <a:defRPr sz="3600" b="1">
                <a:solidFill>
                  <a:srgbClr val="A3432C"/>
                </a:solidFill>
                <a:latin typeface="Nimbus Sans"/>
                <a:ea typeface="Nimbus Sans"/>
                <a:cs typeface="Nimbus Sans"/>
              </a:defRPr>
            </a:lvl2pPr>
            <a:lvl3pPr algn="l">
              <a:buNone/>
              <a:defRPr sz="3600" b="1">
                <a:solidFill>
                  <a:srgbClr val="A3432C"/>
                </a:solidFill>
                <a:latin typeface="Nimbus Sans"/>
                <a:ea typeface="Nimbus Sans"/>
                <a:cs typeface="Nimbus Sans"/>
              </a:defRPr>
            </a:lvl3pPr>
            <a:lvl4pPr algn="l">
              <a:buNone/>
              <a:defRPr sz="3600" b="1">
                <a:solidFill>
                  <a:srgbClr val="A3432C"/>
                </a:solidFill>
                <a:latin typeface="Nimbus Sans"/>
                <a:ea typeface="Nimbus Sans"/>
                <a:cs typeface="Nimbus Sans"/>
              </a:defRPr>
            </a:lvl4pPr>
            <a:lvl5pPr algn="l">
              <a:buNone/>
              <a:defRPr sz="3600" b="1">
                <a:solidFill>
                  <a:srgbClr val="A3432C"/>
                </a:solidFill>
                <a:latin typeface="Nimbus Sans"/>
                <a:ea typeface="Nimbus Sans"/>
                <a:cs typeface="Nimbus Sans"/>
              </a:defRPr>
            </a:lvl5pPr>
            <a:lvl6pPr algn="l">
              <a:buNone/>
              <a:defRPr sz="3600" b="1">
                <a:solidFill>
                  <a:srgbClr val="A3432C"/>
                </a:solidFill>
                <a:latin typeface="Nimbus Sans"/>
                <a:ea typeface="Nimbus Sans"/>
                <a:cs typeface="Nimbus Sans"/>
              </a:defRPr>
            </a:lvl6pPr>
            <a:lvl7pPr algn="l">
              <a:buNone/>
              <a:defRPr sz="3600" b="1">
                <a:solidFill>
                  <a:srgbClr val="A3432C"/>
                </a:solidFill>
                <a:latin typeface="Nimbus Sans"/>
                <a:ea typeface="Nimbus Sans"/>
                <a:cs typeface="Nimbus Sans"/>
              </a:defRPr>
            </a:lvl7pPr>
            <a:lvl8pPr algn="l">
              <a:buNone/>
              <a:defRPr sz="3600" b="1">
                <a:solidFill>
                  <a:srgbClr val="A3432C"/>
                </a:solidFill>
                <a:latin typeface="Nimbus Sans"/>
                <a:ea typeface="Nimbus Sans"/>
                <a:cs typeface="Nimbus Sans"/>
              </a:defRPr>
            </a:lvl8pPr>
            <a:lvl9pPr algn="l">
              <a:buNone/>
              <a:defRPr sz="3600" b="1">
                <a:solidFill>
                  <a:srgbClr val="A3432C"/>
                </a:solidFill>
                <a:latin typeface="Nimbus Sans"/>
                <a:ea typeface="Nimbus Sans"/>
                <a:cs typeface="Nimbus Sans"/>
              </a:defRPr>
            </a:lvl9pPr>
          </a:lstStyle>
          <a:p xmlns:a="http://schemas.openxmlformats.org/drawingml/2006/main">
            <a:pPr algn="l">
              <a:buNone/>
              <a:defRPr sz="3600" b="1">
                <a:solidFill>
                  <a:srgbClr val="A3432C"/>
                </a:solidFill>
                <a:latin typeface="Nimbus Sans"/>
                <a:ea typeface="Nimbus Sans"/>
                <a:cs typeface="Nimbus Sans"/>
              </a:defRPr>
            </a:pPr>
            <a:r>
              <a:rPr sz="3600" b="1">
                <a:solidFill>
                  <a:srgbClr val="A3432C"/>
                </a:solidFill>
                <a:latin typeface="Nimbus Sans"/>
                <a:ea typeface="Nimbus Sans"/>
                <a:cs typeface="Nimbus Sans"/>
              </a:rPr>
              <a:t>Gifts</a:t>
            </a:r>
          </a:p>
        </p:txBody>
      </p:sp>
      <p:sp>
        <p:nvSpPr>
          <p:cNvPr id="6" name="gift-body">
            <a:extLst xmlns:a="http://schemas.openxmlformats.org/drawingml/2006/main">
              <a:ext uri="{FF2B5EF4-FFF2-40B4-BE49-F238E27FC236}">
                <a16:creationId xmlns:a16="http://schemas.microsoft.com/office/drawing/2014/main" id="{0C5CD8B0-B3B7-45BF-B03E-3FF1E2C438D0}"/>
              </a:ext>
            </a:extLst>
          </p:cNvPr>
          <p:cNvSpPr>
            <a:spLocks xmlns:a="http://schemas.openxmlformats.org/drawingml/2006/main" noGrp="1"/>
          </p:cNvSpPr>
          <p:nvPr/>
        </p:nvSpPr>
        <p:spPr>
          <a:xfrm xmlns:a="http://schemas.openxmlformats.org/drawingml/2006/main">
            <a:off x="6686550" y="2905125"/>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173D35"/>
                </a:solidFill>
                <a:latin typeface="Nimbus Sans"/>
                <a:ea typeface="Nimbus Sans"/>
                <a:cs typeface="Nimbus Sans"/>
              </a:defRPr>
            </a:defPPr>
            <a:lvl1pPr algn="l">
              <a:buNone/>
              <a:defRPr sz="2850" b="0">
                <a:solidFill>
                  <a:srgbClr val="173D35"/>
                </a:solidFill>
                <a:latin typeface="Nimbus Sans"/>
                <a:ea typeface="Nimbus Sans"/>
                <a:cs typeface="Nimbus Sans"/>
              </a:defRPr>
            </a:lvl1pPr>
            <a:lvl2pPr algn="l">
              <a:buNone/>
              <a:defRPr sz="2850" b="0">
                <a:solidFill>
                  <a:srgbClr val="173D35"/>
                </a:solidFill>
                <a:latin typeface="Nimbus Sans"/>
                <a:ea typeface="Nimbus Sans"/>
                <a:cs typeface="Nimbus Sans"/>
              </a:defRPr>
            </a:lvl2pPr>
            <a:lvl3pPr algn="l">
              <a:buNone/>
              <a:defRPr sz="2850" b="0">
                <a:solidFill>
                  <a:srgbClr val="173D35"/>
                </a:solidFill>
                <a:latin typeface="Nimbus Sans"/>
                <a:ea typeface="Nimbus Sans"/>
                <a:cs typeface="Nimbus Sans"/>
              </a:defRPr>
            </a:lvl3pPr>
            <a:lvl4pPr algn="l">
              <a:buNone/>
              <a:defRPr sz="2850" b="0">
                <a:solidFill>
                  <a:srgbClr val="173D35"/>
                </a:solidFill>
                <a:latin typeface="Nimbus Sans"/>
                <a:ea typeface="Nimbus Sans"/>
                <a:cs typeface="Nimbus Sans"/>
              </a:defRPr>
            </a:lvl4pPr>
            <a:lvl5pPr algn="l">
              <a:buNone/>
              <a:defRPr sz="2850" b="0">
                <a:solidFill>
                  <a:srgbClr val="173D35"/>
                </a:solidFill>
                <a:latin typeface="Nimbus Sans"/>
                <a:ea typeface="Nimbus Sans"/>
                <a:cs typeface="Nimbus Sans"/>
              </a:defRPr>
            </a:lvl5pPr>
            <a:lvl6pPr algn="l">
              <a:buNone/>
              <a:defRPr sz="2850" b="0">
                <a:solidFill>
                  <a:srgbClr val="173D35"/>
                </a:solidFill>
                <a:latin typeface="Nimbus Sans"/>
                <a:ea typeface="Nimbus Sans"/>
                <a:cs typeface="Nimbus Sans"/>
              </a:defRPr>
            </a:lvl6pPr>
            <a:lvl7pPr algn="l">
              <a:buNone/>
              <a:defRPr sz="2850" b="0">
                <a:solidFill>
                  <a:srgbClr val="173D35"/>
                </a:solidFill>
                <a:latin typeface="Nimbus Sans"/>
                <a:ea typeface="Nimbus Sans"/>
                <a:cs typeface="Nimbus Sans"/>
              </a:defRPr>
            </a:lvl7pPr>
            <a:lvl8pPr algn="l">
              <a:buNone/>
              <a:defRPr sz="2850" b="0">
                <a:solidFill>
                  <a:srgbClr val="173D35"/>
                </a:solidFill>
                <a:latin typeface="Nimbus Sans"/>
                <a:ea typeface="Nimbus Sans"/>
                <a:cs typeface="Nimbus Sans"/>
              </a:defRPr>
            </a:lvl8pPr>
            <a:lvl9pPr algn="l">
              <a:buNone/>
              <a:defRPr sz="2850" b="0">
                <a:solidFill>
                  <a:srgbClr val="173D35"/>
                </a:solidFill>
                <a:latin typeface="Nimbus Sans"/>
                <a:ea typeface="Nimbus Sans"/>
                <a:cs typeface="Nimbus Sans"/>
              </a:defRPr>
            </a:lvl9pPr>
          </a:lstStyle>
          <a:p xmlns:a="http://schemas.openxmlformats.org/drawingml/2006/main">
            <a:pPr algn="l">
              <a:buNone/>
              <a:defRPr sz="2850" b="0">
                <a:solidFill>
                  <a:srgbClr val="173D35"/>
                </a:solidFill>
                <a:latin typeface="Nimbus Sans"/>
                <a:ea typeface="Nimbus Sans"/>
                <a:cs typeface="Nimbus Sans"/>
              </a:defRPr>
            </a:pPr>
            <a:r>
              <a:rPr sz="2850" b="0">
                <a:solidFill>
                  <a:srgbClr val="173D35"/>
                </a:solidFill>
                <a:latin typeface="Nimbus Sans"/>
                <a:ea typeface="Nimbus Sans"/>
                <a:cs typeface="Nimbus Sans"/>
              </a:rPr>
              <a:t>Someone gives you money.</a:t>
            </a:r>
          </a:p>
          <a:p xmlns:a="http://schemas.openxmlformats.org/drawingml/2006/main">
            <a:pPr algn="l">
              <a:buNone/>
              <a:defRPr sz="2850" b="0">
                <a:solidFill>
                  <a:srgbClr val="173D35"/>
                </a:solidFill>
                <a:latin typeface="Nimbus Sans"/>
                <a:ea typeface="Nimbus Sans"/>
                <a:cs typeface="Nimbus Sans"/>
              </a:defRPr>
            </a:pPr>
            <a:r>
              <a:rPr sz="2850" b="0">
                <a:solidFill>
                  <a:srgbClr val="173D35"/>
                </a:solidFill>
                <a:latin typeface="Nimbus Sans"/>
                <a:ea typeface="Nimbus Sans"/>
                <a:cs typeface="Nimbus Sans"/>
              </a:rPr>
              <a:t>You choose what to do next.</a:t>
            </a:r>
          </a:p>
        </p:txBody>
      </p:sp>
      <p:sp>
        <p:nvSpPr>
          <p:cNvPr id="7" name="question">
            <a:extLst xmlns:a="http://schemas.openxmlformats.org/drawingml/2006/main">
              <a:ext uri="{FF2B5EF4-FFF2-40B4-BE49-F238E27FC236}">
                <a16:creationId xmlns:a16="http://schemas.microsoft.com/office/drawing/2014/main" id="{D8DCE0C3-C7DE-4B46-BAF0-714E53D2D848}"/>
              </a:ext>
            </a:extLst>
          </p:cNvPr>
          <p:cNvSpPr>
            <a:spLocks xmlns:a="http://schemas.openxmlformats.org/drawingml/2006/main" noGrp="1"/>
          </p:cNvSpPr>
          <p:nvPr/>
        </p:nvSpPr>
        <p:spPr>
          <a:xfrm xmlns:a="http://schemas.openxmlformats.org/drawingml/2006/main">
            <a:off x="685800" y="5238750"/>
            <a:ext cx="10572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55655E"/>
                </a:solidFill>
                <a:latin typeface="Nimbus Sans"/>
                <a:ea typeface="Nimbus Sans"/>
                <a:cs typeface="Nimbus Sans"/>
              </a:defRPr>
            </a:defPPr>
            <a:lvl1pPr algn="l">
              <a:buNone/>
              <a:defRPr sz="2775" b="0">
                <a:solidFill>
                  <a:srgbClr val="55655E"/>
                </a:solidFill>
                <a:latin typeface="Nimbus Sans"/>
                <a:ea typeface="Nimbus Sans"/>
                <a:cs typeface="Nimbus Sans"/>
              </a:defRPr>
            </a:lvl1pPr>
            <a:lvl2pPr algn="l">
              <a:buNone/>
              <a:defRPr sz="2775" b="0">
                <a:solidFill>
                  <a:srgbClr val="55655E"/>
                </a:solidFill>
                <a:latin typeface="Nimbus Sans"/>
                <a:ea typeface="Nimbus Sans"/>
                <a:cs typeface="Nimbus Sans"/>
              </a:defRPr>
            </a:lvl2pPr>
            <a:lvl3pPr algn="l">
              <a:buNone/>
              <a:defRPr sz="2775" b="0">
                <a:solidFill>
                  <a:srgbClr val="55655E"/>
                </a:solidFill>
                <a:latin typeface="Nimbus Sans"/>
                <a:ea typeface="Nimbus Sans"/>
                <a:cs typeface="Nimbus Sans"/>
              </a:defRPr>
            </a:lvl3pPr>
            <a:lvl4pPr algn="l">
              <a:buNone/>
              <a:defRPr sz="2775" b="0">
                <a:solidFill>
                  <a:srgbClr val="55655E"/>
                </a:solidFill>
                <a:latin typeface="Nimbus Sans"/>
                <a:ea typeface="Nimbus Sans"/>
                <a:cs typeface="Nimbus Sans"/>
              </a:defRPr>
            </a:lvl4pPr>
            <a:lvl5pPr algn="l">
              <a:buNone/>
              <a:defRPr sz="2775" b="0">
                <a:solidFill>
                  <a:srgbClr val="55655E"/>
                </a:solidFill>
                <a:latin typeface="Nimbus Sans"/>
                <a:ea typeface="Nimbus Sans"/>
                <a:cs typeface="Nimbus Sans"/>
              </a:defRPr>
            </a:lvl5pPr>
            <a:lvl6pPr algn="l">
              <a:buNone/>
              <a:defRPr sz="2775" b="0">
                <a:solidFill>
                  <a:srgbClr val="55655E"/>
                </a:solidFill>
                <a:latin typeface="Nimbus Sans"/>
                <a:ea typeface="Nimbus Sans"/>
                <a:cs typeface="Nimbus Sans"/>
              </a:defRPr>
            </a:lvl6pPr>
            <a:lvl7pPr algn="l">
              <a:buNone/>
              <a:defRPr sz="2775" b="0">
                <a:solidFill>
                  <a:srgbClr val="55655E"/>
                </a:solidFill>
                <a:latin typeface="Nimbus Sans"/>
                <a:ea typeface="Nimbus Sans"/>
                <a:cs typeface="Nimbus Sans"/>
              </a:defRPr>
            </a:lvl7pPr>
            <a:lvl8pPr algn="l">
              <a:buNone/>
              <a:defRPr sz="2775" b="0">
                <a:solidFill>
                  <a:srgbClr val="55655E"/>
                </a:solidFill>
                <a:latin typeface="Nimbus Sans"/>
                <a:ea typeface="Nimbus Sans"/>
                <a:cs typeface="Nimbus Sans"/>
              </a:defRPr>
            </a:lvl8pPr>
            <a:lvl9pPr algn="l">
              <a:buNone/>
              <a:defRPr sz="2775" b="0">
                <a:solidFill>
                  <a:srgbClr val="55655E"/>
                </a:solidFill>
                <a:latin typeface="Nimbus Sans"/>
                <a:ea typeface="Nimbus Sans"/>
                <a:cs typeface="Nimbus Sans"/>
              </a:defRPr>
            </a:lvl9pPr>
          </a:lstStyle>
          <a:p xmlns:a="http://schemas.openxmlformats.org/drawingml/2006/main">
            <a:pPr algn="l">
              <a:buNone/>
              <a:defRPr sz="2775" b="0">
                <a:solidFill>
                  <a:srgbClr val="55655E"/>
                </a:solidFill>
                <a:latin typeface="Nimbus Sans"/>
                <a:ea typeface="Nimbus Sans"/>
                <a:cs typeface="Nimbus Sans"/>
              </a:defRPr>
            </a:pPr>
            <a:r>
              <a:rPr sz="2775" b="0">
                <a:solidFill>
                  <a:srgbClr val="55655E"/>
                </a:solidFill>
                <a:latin typeface="Nimbus Sans"/>
                <a:ea typeface="Nimbus Sans"/>
                <a:cs typeface="Nimbus Sans"/>
              </a:rPr>
              <a:t>What is one job someone could do?</a:t>
            </a:r>
          </a:p>
        </p:txBody>
      </p:sp>
    </p:spTree>
    <p:extLst>
      <p:ext uri="{BB962C8B-B14F-4D97-AF65-F5344CB8AC3E}">
        <p14:creationId xmlns:p14="http://schemas.microsoft.com/office/powerpoint/2010/main" val="666061740"/>
      </p:ext>
    </p:extLst>
  </p:cSld>
</p:sld>
</file>

<file path=ppt/slides/slide4.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9" name="headline">
            <a:extLst xmlns:a="http://schemas.openxmlformats.org/drawingml/2006/main">
              <a:ext uri="{FF2B5EF4-FFF2-40B4-BE49-F238E27FC236}">
                <a16:creationId xmlns:a16="http://schemas.microsoft.com/office/drawing/2014/main" id="{0EB5CBC7-939C-4074-9659-E5746829AFAE}"/>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buNone/>
              <a:defRPr sz="3900" b="1">
                <a:solidFill>
                  <a:srgbClr val="173D35"/>
                </a:solidFill>
                <a:latin typeface="Nimbus Sans"/>
                <a:ea typeface="Nimbus Sans"/>
                <a:cs typeface="Nimbus Sans"/>
              </a:defRPr>
            </a:lvl1pPr>
            <a:lvl2pPr algn="l">
              <a:buNone/>
              <a:defRPr sz="3900" b="1">
                <a:solidFill>
                  <a:srgbClr val="173D35"/>
                </a:solidFill>
                <a:latin typeface="Nimbus Sans"/>
                <a:ea typeface="Nimbus Sans"/>
                <a:cs typeface="Nimbus Sans"/>
              </a:defRPr>
            </a:lvl2pPr>
            <a:lvl3pPr algn="l">
              <a:buNone/>
              <a:defRPr sz="3900" b="1">
                <a:solidFill>
                  <a:srgbClr val="173D35"/>
                </a:solidFill>
                <a:latin typeface="Nimbus Sans"/>
                <a:ea typeface="Nimbus Sans"/>
                <a:cs typeface="Nimbus Sans"/>
              </a:defRPr>
            </a:lvl3pPr>
            <a:lvl4pPr algn="l">
              <a:buNone/>
              <a:defRPr sz="3900" b="1">
                <a:solidFill>
                  <a:srgbClr val="173D35"/>
                </a:solidFill>
                <a:latin typeface="Nimbus Sans"/>
                <a:ea typeface="Nimbus Sans"/>
                <a:cs typeface="Nimbus Sans"/>
              </a:defRPr>
            </a:lvl4pPr>
            <a:lvl5pPr algn="l">
              <a:buNone/>
              <a:defRPr sz="3900" b="1">
                <a:solidFill>
                  <a:srgbClr val="173D35"/>
                </a:solidFill>
                <a:latin typeface="Nimbus Sans"/>
                <a:ea typeface="Nimbus Sans"/>
                <a:cs typeface="Nimbus Sans"/>
              </a:defRPr>
            </a:lvl5pPr>
            <a:lvl6pPr algn="l">
              <a:buNone/>
              <a:defRPr sz="3900" b="1">
                <a:solidFill>
                  <a:srgbClr val="173D35"/>
                </a:solidFill>
                <a:latin typeface="Nimbus Sans"/>
                <a:ea typeface="Nimbus Sans"/>
                <a:cs typeface="Nimbus Sans"/>
              </a:defRPr>
            </a:lvl6pPr>
            <a:lvl7pPr algn="l">
              <a:buNone/>
              <a:defRPr sz="3900" b="1">
                <a:solidFill>
                  <a:srgbClr val="173D35"/>
                </a:solidFill>
                <a:latin typeface="Nimbus Sans"/>
                <a:ea typeface="Nimbus Sans"/>
                <a:cs typeface="Nimbus Sans"/>
              </a:defRPr>
            </a:lvl7pPr>
            <a:lvl8pPr algn="l">
              <a:buNone/>
              <a:defRPr sz="3900" b="1">
                <a:solidFill>
                  <a:srgbClr val="173D35"/>
                </a:solidFill>
                <a:latin typeface="Nimbus Sans"/>
                <a:ea typeface="Nimbus Sans"/>
                <a:cs typeface="Nimbus Sans"/>
              </a:defRPr>
            </a:lvl8pPr>
            <a:lvl9pPr algn="l">
              <a:buNone/>
              <a:defRPr sz="3900" b="1">
                <a:solidFill>
                  <a:srgbClr val="173D35"/>
                </a:solidFill>
                <a:latin typeface="Nimbus Sans"/>
                <a:ea typeface="Nimbus Sans"/>
                <a:cs typeface="Nimbus Sans"/>
              </a:defRPr>
            </a:lvl9pPr>
          </a:lstStyle>
          <a:p xmlns:a="http://schemas.openxmlformats.org/drawingml/2006/main">
            <a:pPr algn="l">
              <a:buNone/>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Needs and wants</a:t>
            </a:r>
          </a:p>
        </p:txBody>
      </p:sp>
      <p:sp>
        <p:nvSpPr>
          <p:cNvPr id="2" name="page-number">
            <a:extLst xmlns:a="http://schemas.openxmlformats.org/drawingml/2006/main">
              <a:ext uri="{FF2B5EF4-FFF2-40B4-BE49-F238E27FC236}">
                <a16:creationId xmlns:a16="http://schemas.microsoft.com/office/drawing/2014/main" id="{32A37639-B3A2-4712-A330-DD6405717546}"/>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buNone/>
              <a:defRPr sz="1500" b="0">
                <a:solidFill>
                  <a:srgbClr val="55655E"/>
                </a:solidFill>
                <a:latin typeface="Nimbus Sans"/>
                <a:ea typeface="Nimbus Sans"/>
                <a:cs typeface="Nimbus Sans"/>
              </a:defRPr>
            </a:lvl1pPr>
            <a:lvl2pPr algn="r">
              <a:buNone/>
              <a:defRPr sz="1500" b="0">
                <a:solidFill>
                  <a:srgbClr val="55655E"/>
                </a:solidFill>
                <a:latin typeface="Nimbus Sans"/>
                <a:ea typeface="Nimbus Sans"/>
                <a:cs typeface="Nimbus Sans"/>
              </a:defRPr>
            </a:lvl2pPr>
            <a:lvl3pPr algn="r">
              <a:buNone/>
              <a:defRPr sz="1500" b="0">
                <a:solidFill>
                  <a:srgbClr val="55655E"/>
                </a:solidFill>
                <a:latin typeface="Nimbus Sans"/>
                <a:ea typeface="Nimbus Sans"/>
                <a:cs typeface="Nimbus Sans"/>
              </a:defRPr>
            </a:lvl3pPr>
            <a:lvl4pPr algn="r">
              <a:buNone/>
              <a:defRPr sz="1500" b="0">
                <a:solidFill>
                  <a:srgbClr val="55655E"/>
                </a:solidFill>
                <a:latin typeface="Nimbus Sans"/>
                <a:ea typeface="Nimbus Sans"/>
                <a:cs typeface="Nimbus Sans"/>
              </a:defRPr>
            </a:lvl4pPr>
            <a:lvl5pPr algn="r">
              <a:buNone/>
              <a:defRPr sz="1500" b="0">
                <a:solidFill>
                  <a:srgbClr val="55655E"/>
                </a:solidFill>
                <a:latin typeface="Nimbus Sans"/>
                <a:ea typeface="Nimbus Sans"/>
                <a:cs typeface="Nimbus Sans"/>
              </a:defRPr>
            </a:lvl5pPr>
            <a:lvl6pPr algn="r">
              <a:buNone/>
              <a:defRPr sz="1500" b="0">
                <a:solidFill>
                  <a:srgbClr val="55655E"/>
                </a:solidFill>
                <a:latin typeface="Nimbus Sans"/>
                <a:ea typeface="Nimbus Sans"/>
                <a:cs typeface="Nimbus Sans"/>
              </a:defRPr>
            </a:lvl6pPr>
            <a:lvl7pPr algn="r">
              <a:buNone/>
              <a:defRPr sz="1500" b="0">
                <a:solidFill>
                  <a:srgbClr val="55655E"/>
                </a:solidFill>
                <a:latin typeface="Nimbus Sans"/>
                <a:ea typeface="Nimbus Sans"/>
                <a:cs typeface="Nimbus Sans"/>
              </a:defRPr>
            </a:lvl7pPr>
            <a:lvl8pPr algn="r">
              <a:buNone/>
              <a:defRPr sz="1500" b="0">
                <a:solidFill>
                  <a:srgbClr val="55655E"/>
                </a:solidFill>
                <a:latin typeface="Nimbus Sans"/>
                <a:ea typeface="Nimbus Sans"/>
                <a:cs typeface="Nimbus Sans"/>
              </a:defRPr>
            </a:lvl8pPr>
            <a:lvl9pPr algn="r">
              <a:buNone/>
              <a:defRPr sz="1500" b="0">
                <a:solidFill>
                  <a:srgbClr val="55655E"/>
                </a:solidFill>
                <a:latin typeface="Nimbus Sans"/>
                <a:ea typeface="Nimbus Sans"/>
                <a:cs typeface="Nimbus Sans"/>
              </a:defRPr>
            </a:lvl9pPr>
          </a:lstStyle>
          <a:p xmlns:a="http://schemas.openxmlformats.org/drawingml/2006/main">
            <a:pPr algn="r">
              <a:buNone/>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04</a:t>
            </a:r>
          </a:p>
        </p:txBody>
      </p:sp>
      <p:sp>
        <p:nvSpPr>
          <p:cNvPr id="3" name="need">
            <a:extLst xmlns:a="http://schemas.openxmlformats.org/drawingml/2006/main">
              <a:ext uri="{FF2B5EF4-FFF2-40B4-BE49-F238E27FC236}">
                <a16:creationId xmlns:a16="http://schemas.microsoft.com/office/drawing/2014/main" id="{5391451C-E074-4405-BEC7-926F49643580}"/>
              </a:ext>
            </a:extLst>
          </p:cNvPr>
          <p:cNvSpPr>
            <a:spLocks xmlns:a="http://schemas.openxmlformats.org/drawingml/2006/main" noGrp="1"/>
          </p:cNvSpPr>
          <p:nvPr/>
        </p:nvSpPr>
        <p:spPr>
          <a:xfrm xmlns:a="http://schemas.openxmlformats.org/drawingml/2006/main">
            <a:off x="685800" y="2085975"/>
            <a:ext cx="4810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D35"/>
                </a:solidFill>
                <a:latin typeface="Nimbus Sans"/>
                <a:ea typeface="Nimbus Sans"/>
                <a:cs typeface="Nimbus Sans"/>
              </a:defRPr>
            </a:defPPr>
            <a:lvl1pPr algn="l">
              <a:buNone/>
              <a:defRPr sz="4200" b="1">
                <a:solidFill>
                  <a:srgbClr val="173D35"/>
                </a:solidFill>
                <a:latin typeface="Nimbus Sans"/>
                <a:ea typeface="Nimbus Sans"/>
                <a:cs typeface="Nimbus Sans"/>
              </a:defRPr>
            </a:lvl1pPr>
            <a:lvl2pPr algn="l">
              <a:buNone/>
              <a:defRPr sz="4200" b="1">
                <a:solidFill>
                  <a:srgbClr val="173D35"/>
                </a:solidFill>
                <a:latin typeface="Nimbus Sans"/>
                <a:ea typeface="Nimbus Sans"/>
                <a:cs typeface="Nimbus Sans"/>
              </a:defRPr>
            </a:lvl2pPr>
            <a:lvl3pPr algn="l">
              <a:buNone/>
              <a:defRPr sz="4200" b="1">
                <a:solidFill>
                  <a:srgbClr val="173D35"/>
                </a:solidFill>
                <a:latin typeface="Nimbus Sans"/>
                <a:ea typeface="Nimbus Sans"/>
                <a:cs typeface="Nimbus Sans"/>
              </a:defRPr>
            </a:lvl3pPr>
            <a:lvl4pPr algn="l">
              <a:buNone/>
              <a:defRPr sz="4200" b="1">
                <a:solidFill>
                  <a:srgbClr val="173D35"/>
                </a:solidFill>
                <a:latin typeface="Nimbus Sans"/>
                <a:ea typeface="Nimbus Sans"/>
                <a:cs typeface="Nimbus Sans"/>
              </a:defRPr>
            </a:lvl4pPr>
            <a:lvl5pPr algn="l">
              <a:buNone/>
              <a:defRPr sz="4200" b="1">
                <a:solidFill>
                  <a:srgbClr val="173D35"/>
                </a:solidFill>
                <a:latin typeface="Nimbus Sans"/>
                <a:ea typeface="Nimbus Sans"/>
                <a:cs typeface="Nimbus Sans"/>
              </a:defRPr>
            </a:lvl5pPr>
            <a:lvl6pPr algn="l">
              <a:buNone/>
              <a:defRPr sz="4200" b="1">
                <a:solidFill>
                  <a:srgbClr val="173D35"/>
                </a:solidFill>
                <a:latin typeface="Nimbus Sans"/>
                <a:ea typeface="Nimbus Sans"/>
                <a:cs typeface="Nimbus Sans"/>
              </a:defRPr>
            </a:lvl6pPr>
            <a:lvl7pPr algn="l">
              <a:buNone/>
              <a:defRPr sz="4200" b="1">
                <a:solidFill>
                  <a:srgbClr val="173D35"/>
                </a:solidFill>
                <a:latin typeface="Nimbus Sans"/>
                <a:ea typeface="Nimbus Sans"/>
                <a:cs typeface="Nimbus Sans"/>
              </a:defRPr>
            </a:lvl7pPr>
            <a:lvl8pPr algn="l">
              <a:buNone/>
              <a:defRPr sz="4200" b="1">
                <a:solidFill>
                  <a:srgbClr val="173D35"/>
                </a:solidFill>
                <a:latin typeface="Nimbus Sans"/>
                <a:ea typeface="Nimbus Sans"/>
                <a:cs typeface="Nimbus Sans"/>
              </a:defRPr>
            </a:lvl8pPr>
            <a:lvl9pPr algn="l">
              <a:buNone/>
              <a:defRPr sz="4200" b="1">
                <a:solidFill>
                  <a:srgbClr val="173D35"/>
                </a:solidFill>
                <a:latin typeface="Nimbus Sans"/>
                <a:ea typeface="Nimbus Sans"/>
                <a:cs typeface="Nimbus Sans"/>
              </a:defRPr>
            </a:lvl9pPr>
          </a:lstStyle>
          <a:p xmlns:a="http://schemas.openxmlformats.org/drawingml/2006/main">
            <a:pPr algn="l">
              <a:buNone/>
              <a:defRPr sz="4200" b="1">
                <a:solidFill>
                  <a:srgbClr val="173D35"/>
                </a:solidFill>
                <a:latin typeface="Nimbus Sans"/>
                <a:ea typeface="Nimbus Sans"/>
                <a:cs typeface="Nimbus Sans"/>
              </a:defRPr>
            </a:pPr>
            <a:r>
              <a:rPr sz="4200" b="1">
                <a:solidFill>
                  <a:srgbClr val="173D35"/>
                </a:solidFill>
                <a:latin typeface="Nimbus Sans"/>
                <a:ea typeface="Nimbus Sans"/>
                <a:cs typeface="Nimbus Sans"/>
              </a:rPr>
              <a:t>A need</a:t>
            </a:r>
          </a:p>
        </p:txBody>
      </p:sp>
      <p:sp>
        <p:nvSpPr>
          <p:cNvPr id="4" name="need-definition">
            <a:extLst xmlns:a="http://schemas.openxmlformats.org/drawingml/2006/main">
              <a:ext uri="{FF2B5EF4-FFF2-40B4-BE49-F238E27FC236}">
                <a16:creationId xmlns:a16="http://schemas.microsoft.com/office/drawing/2014/main" id="{0DA6AB6A-2521-447D-917D-2891FD4A1A12}"/>
              </a:ext>
            </a:extLst>
          </p:cNvPr>
          <p:cNvSpPr>
            <a:spLocks xmlns:a="http://schemas.openxmlformats.org/drawingml/2006/main" noGrp="1"/>
          </p:cNvSpPr>
          <p:nvPr/>
        </p:nvSpPr>
        <p:spPr>
          <a:xfrm xmlns:a="http://schemas.openxmlformats.org/drawingml/2006/main">
            <a:off x="685800" y="3057525"/>
            <a:ext cx="5048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173D35"/>
                </a:solidFill>
                <a:latin typeface="Nimbus Sans"/>
                <a:ea typeface="Nimbus Sans"/>
                <a:cs typeface="Nimbus Sans"/>
              </a:defRPr>
            </a:defPPr>
            <a:lvl1pPr algn="l">
              <a:buNone/>
              <a:defRPr sz="2850" b="0">
                <a:solidFill>
                  <a:srgbClr val="173D35"/>
                </a:solidFill>
                <a:latin typeface="Nimbus Sans"/>
                <a:ea typeface="Nimbus Sans"/>
                <a:cs typeface="Nimbus Sans"/>
              </a:defRPr>
            </a:lvl1pPr>
            <a:lvl2pPr algn="l">
              <a:buNone/>
              <a:defRPr sz="2850" b="0">
                <a:solidFill>
                  <a:srgbClr val="173D35"/>
                </a:solidFill>
                <a:latin typeface="Nimbus Sans"/>
                <a:ea typeface="Nimbus Sans"/>
                <a:cs typeface="Nimbus Sans"/>
              </a:defRPr>
            </a:lvl2pPr>
            <a:lvl3pPr algn="l">
              <a:buNone/>
              <a:defRPr sz="2850" b="0">
                <a:solidFill>
                  <a:srgbClr val="173D35"/>
                </a:solidFill>
                <a:latin typeface="Nimbus Sans"/>
                <a:ea typeface="Nimbus Sans"/>
                <a:cs typeface="Nimbus Sans"/>
              </a:defRPr>
            </a:lvl3pPr>
            <a:lvl4pPr algn="l">
              <a:buNone/>
              <a:defRPr sz="2850" b="0">
                <a:solidFill>
                  <a:srgbClr val="173D35"/>
                </a:solidFill>
                <a:latin typeface="Nimbus Sans"/>
                <a:ea typeface="Nimbus Sans"/>
                <a:cs typeface="Nimbus Sans"/>
              </a:defRPr>
            </a:lvl4pPr>
            <a:lvl5pPr algn="l">
              <a:buNone/>
              <a:defRPr sz="2850" b="0">
                <a:solidFill>
                  <a:srgbClr val="173D35"/>
                </a:solidFill>
                <a:latin typeface="Nimbus Sans"/>
                <a:ea typeface="Nimbus Sans"/>
                <a:cs typeface="Nimbus Sans"/>
              </a:defRPr>
            </a:lvl5pPr>
            <a:lvl6pPr algn="l">
              <a:buNone/>
              <a:defRPr sz="2850" b="0">
                <a:solidFill>
                  <a:srgbClr val="173D35"/>
                </a:solidFill>
                <a:latin typeface="Nimbus Sans"/>
                <a:ea typeface="Nimbus Sans"/>
                <a:cs typeface="Nimbus Sans"/>
              </a:defRPr>
            </a:lvl6pPr>
            <a:lvl7pPr algn="l">
              <a:buNone/>
              <a:defRPr sz="2850" b="0">
                <a:solidFill>
                  <a:srgbClr val="173D35"/>
                </a:solidFill>
                <a:latin typeface="Nimbus Sans"/>
                <a:ea typeface="Nimbus Sans"/>
                <a:cs typeface="Nimbus Sans"/>
              </a:defRPr>
            </a:lvl7pPr>
            <a:lvl8pPr algn="l">
              <a:buNone/>
              <a:defRPr sz="2850" b="0">
                <a:solidFill>
                  <a:srgbClr val="173D35"/>
                </a:solidFill>
                <a:latin typeface="Nimbus Sans"/>
                <a:ea typeface="Nimbus Sans"/>
                <a:cs typeface="Nimbus Sans"/>
              </a:defRPr>
            </a:lvl8pPr>
            <a:lvl9pPr algn="l">
              <a:buNone/>
              <a:defRPr sz="2850" b="0">
                <a:solidFill>
                  <a:srgbClr val="173D35"/>
                </a:solidFill>
                <a:latin typeface="Nimbus Sans"/>
                <a:ea typeface="Nimbus Sans"/>
                <a:cs typeface="Nimbus Sans"/>
              </a:defRPr>
            </a:lvl9pPr>
          </a:lstStyle>
          <a:p xmlns:a="http://schemas.openxmlformats.org/drawingml/2006/main">
            <a:pPr algn="l">
              <a:buNone/>
              <a:defRPr sz="2850" b="0">
                <a:solidFill>
                  <a:srgbClr val="173D35"/>
                </a:solidFill>
                <a:latin typeface="Nimbus Sans"/>
                <a:ea typeface="Nimbus Sans"/>
                <a:cs typeface="Nimbus Sans"/>
              </a:defRPr>
            </a:pPr>
            <a:r>
              <a:rPr sz="2850" b="0">
                <a:solidFill>
                  <a:srgbClr val="173D35"/>
                </a:solidFill>
                <a:latin typeface="Nimbus Sans"/>
                <a:ea typeface="Nimbus Sans"/>
                <a:cs typeface="Nimbus Sans"/>
              </a:rPr>
              <a:t>Something important for</a:t>
            </a:r>
          </a:p>
          <a:p xmlns:a="http://schemas.openxmlformats.org/drawingml/2006/main">
            <a:pPr algn="l">
              <a:buNone/>
              <a:defRPr sz="2850" b="0">
                <a:solidFill>
                  <a:srgbClr val="173D35"/>
                </a:solidFill>
                <a:latin typeface="Nimbus Sans"/>
                <a:ea typeface="Nimbus Sans"/>
                <a:cs typeface="Nimbus Sans"/>
              </a:defRPr>
            </a:pPr>
            <a:r>
              <a:rPr sz="2850" b="0">
                <a:solidFill>
                  <a:srgbClr val="173D35"/>
                </a:solidFill>
                <a:latin typeface="Nimbus Sans"/>
                <a:ea typeface="Nimbus Sans"/>
                <a:cs typeface="Nimbus Sans"/>
              </a:rPr>
              <a:t>living, health, or safety.</a:t>
            </a:r>
          </a:p>
        </p:txBody>
      </p:sp>
      <p:sp>
        <p:nvSpPr>
          <p:cNvPr id="5" name="want">
            <a:extLst xmlns:a="http://schemas.openxmlformats.org/drawingml/2006/main">
              <a:ext uri="{FF2B5EF4-FFF2-40B4-BE49-F238E27FC236}">
                <a16:creationId xmlns:a16="http://schemas.microsoft.com/office/drawing/2014/main" id="{150F0AF8-A333-43D3-A19F-C3C6C0DA5190}"/>
              </a:ext>
            </a:extLst>
          </p:cNvPr>
          <p:cNvSpPr>
            <a:spLocks xmlns:a="http://schemas.openxmlformats.org/drawingml/2006/main" noGrp="1"/>
          </p:cNvSpPr>
          <p:nvPr/>
        </p:nvSpPr>
        <p:spPr>
          <a:xfrm xmlns:a="http://schemas.openxmlformats.org/drawingml/2006/main">
            <a:off x="6715125" y="20859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A3432C"/>
                </a:solidFill>
                <a:latin typeface="Nimbus Sans"/>
                <a:ea typeface="Nimbus Sans"/>
                <a:cs typeface="Nimbus Sans"/>
              </a:defRPr>
            </a:defPPr>
            <a:lvl1pPr algn="l">
              <a:buNone/>
              <a:defRPr sz="4200" b="1">
                <a:solidFill>
                  <a:srgbClr val="A3432C"/>
                </a:solidFill>
                <a:latin typeface="Nimbus Sans"/>
                <a:ea typeface="Nimbus Sans"/>
                <a:cs typeface="Nimbus Sans"/>
              </a:defRPr>
            </a:lvl1pPr>
            <a:lvl2pPr algn="l">
              <a:buNone/>
              <a:defRPr sz="4200" b="1">
                <a:solidFill>
                  <a:srgbClr val="A3432C"/>
                </a:solidFill>
                <a:latin typeface="Nimbus Sans"/>
                <a:ea typeface="Nimbus Sans"/>
                <a:cs typeface="Nimbus Sans"/>
              </a:defRPr>
            </a:lvl2pPr>
            <a:lvl3pPr algn="l">
              <a:buNone/>
              <a:defRPr sz="4200" b="1">
                <a:solidFill>
                  <a:srgbClr val="A3432C"/>
                </a:solidFill>
                <a:latin typeface="Nimbus Sans"/>
                <a:ea typeface="Nimbus Sans"/>
                <a:cs typeface="Nimbus Sans"/>
              </a:defRPr>
            </a:lvl3pPr>
            <a:lvl4pPr algn="l">
              <a:buNone/>
              <a:defRPr sz="4200" b="1">
                <a:solidFill>
                  <a:srgbClr val="A3432C"/>
                </a:solidFill>
                <a:latin typeface="Nimbus Sans"/>
                <a:ea typeface="Nimbus Sans"/>
                <a:cs typeface="Nimbus Sans"/>
              </a:defRPr>
            </a:lvl4pPr>
            <a:lvl5pPr algn="l">
              <a:buNone/>
              <a:defRPr sz="4200" b="1">
                <a:solidFill>
                  <a:srgbClr val="A3432C"/>
                </a:solidFill>
                <a:latin typeface="Nimbus Sans"/>
                <a:ea typeface="Nimbus Sans"/>
                <a:cs typeface="Nimbus Sans"/>
              </a:defRPr>
            </a:lvl5pPr>
            <a:lvl6pPr algn="l">
              <a:buNone/>
              <a:defRPr sz="4200" b="1">
                <a:solidFill>
                  <a:srgbClr val="A3432C"/>
                </a:solidFill>
                <a:latin typeface="Nimbus Sans"/>
                <a:ea typeface="Nimbus Sans"/>
                <a:cs typeface="Nimbus Sans"/>
              </a:defRPr>
            </a:lvl6pPr>
            <a:lvl7pPr algn="l">
              <a:buNone/>
              <a:defRPr sz="4200" b="1">
                <a:solidFill>
                  <a:srgbClr val="A3432C"/>
                </a:solidFill>
                <a:latin typeface="Nimbus Sans"/>
                <a:ea typeface="Nimbus Sans"/>
                <a:cs typeface="Nimbus Sans"/>
              </a:defRPr>
            </a:lvl7pPr>
            <a:lvl8pPr algn="l">
              <a:buNone/>
              <a:defRPr sz="4200" b="1">
                <a:solidFill>
                  <a:srgbClr val="A3432C"/>
                </a:solidFill>
                <a:latin typeface="Nimbus Sans"/>
                <a:ea typeface="Nimbus Sans"/>
                <a:cs typeface="Nimbus Sans"/>
              </a:defRPr>
            </a:lvl8pPr>
            <a:lvl9pPr algn="l">
              <a:buNone/>
              <a:defRPr sz="4200" b="1">
                <a:solidFill>
                  <a:srgbClr val="A3432C"/>
                </a:solidFill>
                <a:latin typeface="Nimbus Sans"/>
                <a:ea typeface="Nimbus Sans"/>
                <a:cs typeface="Nimbus Sans"/>
              </a:defRPr>
            </a:lvl9pPr>
          </a:lstStyle>
          <a:p xmlns:a="http://schemas.openxmlformats.org/drawingml/2006/main">
            <a:pPr algn="l">
              <a:buNone/>
              <a:defRPr sz="4200" b="1">
                <a:solidFill>
                  <a:srgbClr val="A3432C"/>
                </a:solidFill>
                <a:latin typeface="Nimbus Sans"/>
                <a:ea typeface="Nimbus Sans"/>
                <a:cs typeface="Nimbus Sans"/>
              </a:defRPr>
            </a:pPr>
            <a:r>
              <a:rPr sz="4200" b="1">
                <a:solidFill>
                  <a:srgbClr val="A3432C"/>
                </a:solidFill>
                <a:latin typeface="Nimbus Sans"/>
                <a:ea typeface="Nimbus Sans"/>
                <a:cs typeface="Nimbus Sans"/>
              </a:rPr>
              <a:t>A want</a:t>
            </a:r>
          </a:p>
        </p:txBody>
      </p:sp>
      <p:sp>
        <p:nvSpPr>
          <p:cNvPr id="6" name="want-definition">
            <a:extLst xmlns:a="http://schemas.openxmlformats.org/drawingml/2006/main">
              <a:ext uri="{FF2B5EF4-FFF2-40B4-BE49-F238E27FC236}">
                <a16:creationId xmlns:a16="http://schemas.microsoft.com/office/drawing/2014/main" id="{4D7E7400-908F-4C25-84BA-83C75BCE562F}"/>
              </a:ext>
            </a:extLst>
          </p:cNvPr>
          <p:cNvSpPr>
            <a:spLocks xmlns:a="http://schemas.openxmlformats.org/drawingml/2006/main" noGrp="1"/>
          </p:cNvSpPr>
          <p:nvPr/>
        </p:nvSpPr>
        <p:spPr>
          <a:xfrm xmlns:a="http://schemas.openxmlformats.org/drawingml/2006/main">
            <a:off x="6715125" y="3057525"/>
            <a:ext cx="476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173D35"/>
                </a:solidFill>
                <a:latin typeface="Nimbus Sans"/>
                <a:ea typeface="Nimbus Sans"/>
                <a:cs typeface="Nimbus Sans"/>
              </a:defRPr>
            </a:defPPr>
            <a:lvl1pPr algn="l">
              <a:buNone/>
              <a:defRPr sz="2850" b="0">
                <a:solidFill>
                  <a:srgbClr val="173D35"/>
                </a:solidFill>
                <a:latin typeface="Nimbus Sans"/>
                <a:ea typeface="Nimbus Sans"/>
                <a:cs typeface="Nimbus Sans"/>
              </a:defRPr>
            </a:lvl1pPr>
            <a:lvl2pPr algn="l">
              <a:buNone/>
              <a:defRPr sz="2850" b="0">
                <a:solidFill>
                  <a:srgbClr val="173D35"/>
                </a:solidFill>
                <a:latin typeface="Nimbus Sans"/>
                <a:ea typeface="Nimbus Sans"/>
                <a:cs typeface="Nimbus Sans"/>
              </a:defRPr>
            </a:lvl2pPr>
            <a:lvl3pPr algn="l">
              <a:buNone/>
              <a:defRPr sz="2850" b="0">
                <a:solidFill>
                  <a:srgbClr val="173D35"/>
                </a:solidFill>
                <a:latin typeface="Nimbus Sans"/>
                <a:ea typeface="Nimbus Sans"/>
                <a:cs typeface="Nimbus Sans"/>
              </a:defRPr>
            </a:lvl3pPr>
            <a:lvl4pPr algn="l">
              <a:buNone/>
              <a:defRPr sz="2850" b="0">
                <a:solidFill>
                  <a:srgbClr val="173D35"/>
                </a:solidFill>
                <a:latin typeface="Nimbus Sans"/>
                <a:ea typeface="Nimbus Sans"/>
                <a:cs typeface="Nimbus Sans"/>
              </a:defRPr>
            </a:lvl4pPr>
            <a:lvl5pPr algn="l">
              <a:buNone/>
              <a:defRPr sz="2850" b="0">
                <a:solidFill>
                  <a:srgbClr val="173D35"/>
                </a:solidFill>
                <a:latin typeface="Nimbus Sans"/>
                <a:ea typeface="Nimbus Sans"/>
                <a:cs typeface="Nimbus Sans"/>
              </a:defRPr>
            </a:lvl5pPr>
            <a:lvl6pPr algn="l">
              <a:buNone/>
              <a:defRPr sz="2850" b="0">
                <a:solidFill>
                  <a:srgbClr val="173D35"/>
                </a:solidFill>
                <a:latin typeface="Nimbus Sans"/>
                <a:ea typeface="Nimbus Sans"/>
                <a:cs typeface="Nimbus Sans"/>
              </a:defRPr>
            </a:lvl6pPr>
            <a:lvl7pPr algn="l">
              <a:buNone/>
              <a:defRPr sz="2850" b="0">
                <a:solidFill>
                  <a:srgbClr val="173D35"/>
                </a:solidFill>
                <a:latin typeface="Nimbus Sans"/>
                <a:ea typeface="Nimbus Sans"/>
                <a:cs typeface="Nimbus Sans"/>
              </a:defRPr>
            </a:lvl7pPr>
            <a:lvl8pPr algn="l">
              <a:buNone/>
              <a:defRPr sz="2850" b="0">
                <a:solidFill>
                  <a:srgbClr val="173D35"/>
                </a:solidFill>
                <a:latin typeface="Nimbus Sans"/>
                <a:ea typeface="Nimbus Sans"/>
                <a:cs typeface="Nimbus Sans"/>
              </a:defRPr>
            </a:lvl8pPr>
            <a:lvl9pPr algn="l">
              <a:buNone/>
              <a:defRPr sz="2850" b="0">
                <a:solidFill>
                  <a:srgbClr val="173D35"/>
                </a:solidFill>
                <a:latin typeface="Nimbus Sans"/>
                <a:ea typeface="Nimbus Sans"/>
                <a:cs typeface="Nimbus Sans"/>
              </a:defRPr>
            </a:lvl9pPr>
          </a:lstStyle>
          <a:p xmlns:a="http://schemas.openxmlformats.org/drawingml/2006/main">
            <a:pPr algn="l">
              <a:buNone/>
              <a:defRPr sz="2850" b="0">
                <a:solidFill>
                  <a:srgbClr val="173D35"/>
                </a:solidFill>
                <a:latin typeface="Nimbus Sans"/>
                <a:ea typeface="Nimbus Sans"/>
                <a:cs typeface="Nimbus Sans"/>
              </a:defRPr>
            </a:pPr>
            <a:r>
              <a:rPr sz="2850" b="0">
                <a:solidFill>
                  <a:srgbClr val="173D35"/>
                </a:solidFill>
                <a:latin typeface="Nimbus Sans"/>
                <a:ea typeface="Nimbus Sans"/>
                <a:cs typeface="Nimbus Sans"/>
              </a:rPr>
              <a:t>Something you’d enjoy</a:t>
            </a:r>
          </a:p>
          <a:p xmlns:a="http://schemas.openxmlformats.org/drawingml/2006/main">
            <a:pPr algn="l">
              <a:buNone/>
              <a:defRPr sz="2850" b="0">
                <a:solidFill>
                  <a:srgbClr val="173D35"/>
                </a:solidFill>
                <a:latin typeface="Nimbus Sans"/>
                <a:ea typeface="Nimbus Sans"/>
                <a:cs typeface="Nimbus Sans"/>
              </a:defRPr>
            </a:pPr>
            <a:r>
              <a:rPr sz="2850" b="0">
                <a:solidFill>
                  <a:srgbClr val="173D35"/>
                </a:solidFill>
                <a:latin typeface="Nimbus Sans"/>
                <a:ea typeface="Nimbus Sans"/>
                <a:cs typeface="Nimbus Sans"/>
              </a:rPr>
              <a:t>having or doing.</a:t>
            </a:r>
          </a:p>
        </p:txBody>
      </p:sp>
      <p:sp>
        <p:nvSpPr>
          <p:cNvPr id="7" name="need-example">
            <a:extLst xmlns:a="http://schemas.openxmlformats.org/drawingml/2006/main">
              <a:ext uri="{FF2B5EF4-FFF2-40B4-BE49-F238E27FC236}">
                <a16:creationId xmlns:a16="http://schemas.microsoft.com/office/drawing/2014/main" id="{B5D57FB9-1B09-4053-80D1-E93F8F48A060}"/>
              </a:ext>
            </a:extLst>
          </p:cNvPr>
          <p:cNvSpPr>
            <a:spLocks xmlns:a="http://schemas.openxmlformats.org/drawingml/2006/main" noGrp="1"/>
          </p:cNvSpPr>
          <p:nvPr/>
        </p:nvSpPr>
        <p:spPr>
          <a:xfrm xmlns:a="http://schemas.openxmlformats.org/drawingml/2006/main">
            <a:off x="685800" y="5257800"/>
            <a:ext cx="5048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55655E"/>
                </a:solidFill>
                <a:latin typeface="Nimbus Sans"/>
                <a:ea typeface="Nimbus Sans"/>
                <a:cs typeface="Nimbus Sans"/>
              </a:defRPr>
            </a:defPPr>
            <a:lvl1pPr algn="l">
              <a:buNone/>
              <a:defRPr sz="2475" b="0">
                <a:solidFill>
                  <a:srgbClr val="55655E"/>
                </a:solidFill>
                <a:latin typeface="Nimbus Sans"/>
                <a:ea typeface="Nimbus Sans"/>
                <a:cs typeface="Nimbus Sans"/>
              </a:defRPr>
            </a:lvl1pPr>
            <a:lvl2pPr algn="l">
              <a:buNone/>
              <a:defRPr sz="2475" b="0">
                <a:solidFill>
                  <a:srgbClr val="55655E"/>
                </a:solidFill>
                <a:latin typeface="Nimbus Sans"/>
                <a:ea typeface="Nimbus Sans"/>
                <a:cs typeface="Nimbus Sans"/>
              </a:defRPr>
            </a:lvl2pPr>
            <a:lvl3pPr algn="l">
              <a:buNone/>
              <a:defRPr sz="2475" b="0">
                <a:solidFill>
                  <a:srgbClr val="55655E"/>
                </a:solidFill>
                <a:latin typeface="Nimbus Sans"/>
                <a:ea typeface="Nimbus Sans"/>
                <a:cs typeface="Nimbus Sans"/>
              </a:defRPr>
            </a:lvl3pPr>
            <a:lvl4pPr algn="l">
              <a:buNone/>
              <a:defRPr sz="2475" b="0">
                <a:solidFill>
                  <a:srgbClr val="55655E"/>
                </a:solidFill>
                <a:latin typeface="Nimbus Sans"/>
                <a:ea typeface="Nimbus Sans"/>
                <a:cs typeface="Nimbus Sans"/>
              </a:defRPr>
            </a:lvl4pPr>
            <a:lvl5pPr algn="l">
              <a:buNone/>
              <a:defRPr sz="2475" b="0">
                <a:solidFill>
                  <a:srgbClr val="55655E"/>
                </a:solidFill>
                <a:latin typeface="Nimbus Sans"/>
                <a:ea typeface="Nimbus Sans"/>
                <a:cs typeface="Nimbus Sans"/>
              </a:defRPr>
            </a:lvl5pPr>
            <a:lvl6pPr algn="l">
              <a:buNone/>
              <a:defRPr sz="2475" b="0">
                <a:solidFill>
                  <a:srgbClr val="55655E"/>
                </a:solidFill>
                <a:latin typeface="Nimbus Sans"/>
                <a:ea typeface="Nimbus Sans"/>
                <a:cs typeface="Nimbus Sans"/>
              </a:defRPr>
            </a:lvl6pPr>
            <a:lvl7pPr algn="l">
              <a:buNone/>
              <a:defRPr sz="2475" b="0">
                <a:solidFill>
                  <a:srgbClr val="55655E"/>
                </a:solidFill>
                <a:latin typeface="Nimbus Sans"/>
                <a:ea typeface="Nimbus Sans"/>
                <a:cs typeface="Nimbus Sans"/>
              </a:defRPr>
            </a:lvl7pPr>
            <a:lvl8pPr algn="l">
              <a:buNone/>
              <a:defRPr sz="2475" b="0">
                <a:solidFill>
                  <a:srgbClr val="55655E"/>
                </a:solidFill>
                <a:latin typeface="Nimbus Sans"/>
                <a:ea typeface="Nimbus Sans"/>
                <a:cs typeface="Nimbus Sans"/>
              </a:defRPr>
            </a:lvl8pPr>
            <a:lvl9pPr algn="l">
              <a:buNone/>
              <a:defRPr sz="2475" b="0">
                <a:solidFill>
                  <a:srgbClr val="55655E"/>
                </a:solidFill>
                <a:latin typeface="Nimbus Sans"/>
                <a:ea typeface="Nimbus Sans"/>
                <a:cs typeface="Nimbus Sans"/>
              </a:defRPr>
            </a:lvl9pPr>
          </a:lstStyle>
          <a:p xmlns:a="http://schemas.openxmlformats.org/drawingml/2006/main">
            <a:pPr algn="l">
              <a:buNone/>
              <a:defRPr sz="2475" b="0">
                <a:solidFill>
                  <a:srgbClr val="55655E"/>
                </a:solidFill>
                <a:latin typeface="Nimbus Sans"/>
                <a:ea typeface="Nimbus Sans"/>
                <a:cs typeface="Nimbus Sans"/>
              </a:defRPr>
            </a:pPr>
            <a:r>
              <a:rPr sz="2475" b="0">
                <a:solidFill>
                  <a:srgbClr val="55655E"/>
                </a:solidFill>
                <a:latin typeface="Nimbus Sans"/>
                <a:ea typeface="Nimbus Sans"/>
                <a:cs typeface="Nimbus Sans"/>
              </a:rPr>
              <a:t>Drinking water</a:t>
            </a:r>
          </a:p>
        </p:txBody>
      </p:sp>
      <p:sp>
        <p:nvSpPr>
          <p:cNvPr id="8" name="want-example">
            <a:extLst xmlns:a="http://schemas.openxmlformats.org/drawingml/2006/main">
              <a:ext uri="{FF2B5EF4-FFF2-40B4-BE49-F238E27FC236}">
                <a16:creationId xmlns:a16="http://schemas.microsoft.com/office/drawing/2014/main" id="{7A8AC318-B929-43D8-A4CA-3F6168ECE0F4}"/>
              </a:ext>
            </a:extLst>
          </p:cNvPr>
          <p:cNvSpPr>
            <a:spLocks xmlns:a="http://schemas.openxmlformats.org/drawingml/2006/main" noGrp="1"/>
          </p:cNvSpPr>
          <p:nvPr/>
        </p:nvSpPr>
        <p:spPr>
          <a:xfrm xmlns:a="http://schemas.openxmlformats.org/drawingml/2006/main">
            <a:off x="6715125" y="5257800"/>
            <a:ext cx="4762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55655E"/>
                </a:solidFill>
                <a:latin typeface="Nimbus Sans"/>
                <a:ea typeface="Nimbus Sans"/>
                <a:cs typeface="Nimbus Sans"/>
              </a:defRPr>
            </a:defPPr>
            <a:lvl1pPr algn="l">
              <a:buNone/>
              <a:defRPr sz="2475" b="0">
                <a:solidFill>
                  <a:srgbClr val="55655E"/>
                </a:solidFill>
                <a:latin typeface="Nimbus Sans"/>
                <a:ea typeface="Nimbus Sans"/>
                <a:cs typeface="Nimbus Sans"/>
              </a:defRPr>
            </a:lvl1pPr>
            <a:lvl2pPr algn="l">
              <a:buNone/>
              <a:defRPr sz="2475" b="0">
                <a:solidFill>
                  <a:srgbClr val="55655E"/>
                </a:solidFill>
                <a:latin typeface="Nimbus Sans"/>
                <a:ea typeface="Nimbus Sans"/>
                <a:cs typeface="Nimbus Sans"/>
              </a:defRPr>
            </a:lvl2pPr>
            <a:lvl3pPr algn="l">
              <a:buNone/>
              <a:defRPr sz="2475" b="0">
                <a:solidFill>
                  <a:srgbClr val="55655E"/>
                </a:solidFill>
                <a:latin typeface="Nimbus Sans"/>
                <a:ea typeface="Nimbus Sans"/>
                <a:cs typeface="Nimbus Sans"/>
              </a:defRPr>
            </a:lvl3pPr>
            <a:lvl4pPr algn="l">
              <a:buNone/>
              <a:defRPr sz="2475" b="0">
                <a:solidFill>
                  <a:srgbClr val="55655E"/>
                </a:solidFill>
                <a:latin typeface="Nimbus Sans"/>
                <a:ea typeface="Nimbus Sans"/>
                <a:cs typeface="Nimbus Sans"/>
              </a:defRPr>
            </a:lvl4pPr>
            <a:lvl5pPr algn="l">
              <a:buNone/>
              <a:defRPr sz="2475" b="0">
                <a:solidFill>
                  <a:srgbClr val="55655E"/>
                </a:solidFill>
                <a:latin typeface="Nimbus Sans"/>
                <a:ea typeface="Nimbus Sans"/>
                <a:cs typeface="Nimbus Sans"/>
              </a:defRPr>
            </a:lvl5pPr>
            <a:lvl6pPr algn="l">
              <a:buNone/>
              <a:defRPr sz="2475" b="0">
                <a:solidFill>
                  <a:srgbClr val="55655E"/>
                </a:solidFill>
                <a:latin typeface="Nimbus Sans"/>
                <a:ea typeface="Nimbus Sans"/>
                <a:cs typeface="Nimbus Sans"/>
              </a:defRPr>
            </a:lvl6pPr>
            <a:lvl7pPr algn="l">
              <a:buNone/>
              <a:defRPr sz="2475" b="0">
                <a:solidFill>
                  <a:srgbClr val="55655E"/>
                </a:solidFill>
                <a:latin typeface="Nimbus Sans"/>
                <a:ea typeface="Nimbus Sans"/>
                <a:cs typeface="Nimbus Sans"/>
              </a:defRPr>
            </a:lvl7pPr>
            <a:lvl8pPr algn="l">
              <a:buNone/>
              <a:defRPr sz="2475" b="0">
                <a:solidFill>
                  <a:srgbClr val="55655E"/>
                </a:solidFill>
                <a:latin typeface="Nimbus Sans"/>
                <a:ea typeface="Nimbus Sans"/>
                <a:cs typeface="Nimbus Sans"/>
              </a:defRPr>
            </a:lvl8pPr>
            <a:lvl9pPr algn="l">
              <a:buNone/>
              <a:defRPr sz="2475" b="0">
                <a:solidFill>
                  <a:srgbClr val="55655E"/>
                </a:solidFill>
                <a:latin typeface="Nimbus Sans"/>
                <a:ea typeface="Nimbus Sans"/>
                <a:cs typeface="Nimbus Sans"/>
              </a:defRPr>
            </a:lvl9pPr>
          </a:lstStyle>
          <a:p xmlns:a="http://schemas.openxmlformats.org/drawingml/2006/main">
            <a:pPr algn="l">
              <a:buNone/>
              <a:defRPr sz="2475" b="0">
                <a:solidFill>
                  <a:srgbClr val="55655E"/>
                </a:solidFill>
                <a:latin typeface="Nimbus Sans"/>
                <a:ea typeface="Nimbus Sans"/>
                <a:cs typeface="Nimbus Sans"/>
              </a:defRPr>
            </a:pPr>
            <a:r>
              <a:rPr sz="2475" b="0">
                <a:solidFill>
                  <a:srgbClr val="55655E"/>
                </a:solidFill>
                <a:latin typeface="Nimbus Sans"/>
                <a:ea typeface="Nimbus Sans"/>
                <a:cs typeface="Nimbus Sans"/>
              </a:rPr>
              <a:t>A new video game</a:t>
            </a:r>
          </a:p>
        </p:txBody>
      </p:sp>
    </p:spTree>
    <p:extLst>
      <p:ext uri="{BB962C8B-B14F-4D97-AF65-F5344CB8AC3E}">
        <p14:creationId xmlns:p14="http://schemas.microsoft.com/office/powerpoint/2010/main" val="1667510707"/>
      </p:ext>
    </p:extLst>
  </p:cSld>
</p:sld>
</file>

<file path=ppt/slides/slide5.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7" name="headline">
            <a:extLst xmlns:a="http://schemas.openxmlformats.org/drawingml/2006/main">
              <a:ext uri="{FF2B5EF4-FFF2-40B4-BE49-F238E27FC236}">
                <a16:creationId xmlns:a16="http://schemas.microsoft.com/office/drawing/2014/main" id="{DFE1924D-CD70-4644-94AA-5AB09EFEF95A}"/>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buNone/>
              <a:defRPr sz="3900" b="1">
                <a:solidFill>
                  <a:srgbClr val="173D35"/>
                </a:solidFill>
                <a:latin typeface="Nimbus Sans"/>
                <a:ea typeface="Nimbus Sans"/>
                <a:cs typeface="Nimbus Sans"/>
              </a:defRPr>
            </a:lvl1pPr>
            <a:lvl2pPr algn="l">
              <a:buNone/>
              <a:defRPr sz="3900" b="1">
                <a:solidFill>
                  <a:srgbClr val="173D35"/>
                </a:solidFill>
                <a:latin typeface="Nimbus Sans"/>
                <a:ea typeface="Nimbus Sans"/>
                <a:cs typeface="Nimbus Sans"/>
              </a:defRPr>
            </a:lvl2pPr>
            <a:lvl3pPr algn="l">
              <a:buNone/>
              <a:defRPr sz="3900" b="1">
                <a:solidFill>
                  <a:srgbClr val="173D35"/>
                </a:solidFill>
                <a:latin typeface="Nimbus Sans"/>
                <a:ea typeface="Nimbus Sans"/>
                <a:cs typeface="Nimbus Sans"/>
              </a:defRPr>
            </a:lvl3pPr>
            <a:lvl4pPr algn="l">
              <a:buNone/>
              <a:defRPr sz="3900" b="1">
                <a:solidFill>
                  <a:srgbClr val="173D35"/>
                </a:solidFill>
                <a:latin typeface="Nimbus Sans"/>
                <a:ea typeface="Nimbus Sans"/>
                <a:cs typeface="Nimbus Sans"/>
              </a:defRPr>
            </a:lvl4pPr>
            <a:lvl5pPr algn="l">
              <a:buNone/>
              <a:defRPr sz="3900" b="1">
                <a:solidFill>
                  <a:srgbClr val="173D35"/>
                </a:solidFill>
                <a:latin typeface="Nimbus Sans"/>
                <a:ea typeface="Nimbus Sans"/>
                <a:cs typeface="Nimbus Sans"/>
              </a:defRPr>
            </a:lvl5pPr>
            <a:lvl6pPr algn="l">
              <a:buNone/>
              <a:defRPr sz="3900" b="1">
                <a:solidFill>
                  <a:srgbClr val="173D35"/>
                </a:solidFill>
                <a:latin typeface="Nimbus Sans"/>
                <a:ea typeface="Nimbus Sans"/>
                <a:cs typeface="Nimbus Sans"/>
              </a:defRPr>
            </a:lvl6pPr>
            <a:lvl7pPr algn="l">
              <a:buNone/>
              <a:defRPr sz="3900" b="1">
                <a:solidFill>
                  <a:srgbClr val="173D35"/>
                </a:solidFill>
                <a:latin typeface="Nimbus Sans"/>
                <a:ea typeface="Nimbus Sans"/>
                <a:cs typeface="Nimbus Sans"/>
              </a:defRPr>
            </a:lvl7pPr>
            <a:lvl8pPr algn="l">
              <a:buNone/>
              <a:defRPr sz="3900" b="1">
                <a:solidFill>
                  <a:srgbClr val="173D35"/>
                </a:solidFill>
                <a:latin typeface="Nimbus Sans"/>
                <a:ea typeface="Nimbus Sans"/>
                <a:cs typeface="Nimbus Sans"/>
              </a:defRPr>
            </a:lvl8pPr>
            <a:lvl9pPr algn="l">
              <a:buNone/>
              <a:defRPr sz="3900" b="1">
                <a:solidFill>
                  <a:srgbClr val="173D35"/>
                </a:solidFill>
                <a:latin typeface="Nimbus Sans"/>
                <a:ea typeface="Nimbus Sans"/>
                <a:cs typeface="Nimbus Sans"/>
              </a:defRPr>
            </a:lvl9pPr>
          </a:lstStyle>
          <a:p xmlns:a="http://schemas.openxmlformats.org/drawingml/2006/main">
            <a:pPr algn="l">
              <a:buNone/>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Sometimes it depends</a:t>
            </a:r>
          </a:p>
        </p:txBody>
      </p:sp>
      <p:sp>
        <p:nvSpPr>
          <p:cNvPr id="2" name="page-number">
            <a:extLst xmlns:a="http://schemas.openxmlformats.org/drawingml/2006/main">
              <a:ext uri="{FF2B5EF4-FFF2-40B4-BE49-F238E27FC236}">
                <a16:creationId xmlns:a16="http://schemas.microsoft.com/office/drawing/2014/main" id="{562EF594-9598-490C-8738-1559F4E35DAD}"/>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buNone/>
              <a:defRPr sz="1500" b="0">
                <a:solidFill>
                  <a:srgbClr val="55655E"/>
                </a:solidFill>
                <a:latin typeface="Nimbus Sans"/>
                <a:ea typeface="Nimbus Sans"/>
                <a:cs typeface="Nimbus Sans"/>
              </a:defRPr>
            </a:lvl1pPr>
            <a:lvl2pPr algn="r">
              <a:buNone/>
              <a:defRPr sz="1500" b="0">
                <a:solidFill>
                  <a:srgbClr val="55655E"/>
                </a:solidFill>
                <a:latin typeface="Nimbus Sans"/>
                <a:ea typeface="Nimbus Sans"/>
                <a:cs typeface="Nimbus Sans"/>
              </a:defRPr>
            </a:lvl2pPr>
            <a:lvl3pPr algn="r">
              <a:buNone/>
              <a:defRPr sz="1500" b="0">
                <a:solidFill>
                  <a:srgbClr val="55655E"/>
                </a:solidFill>
                <a:latin typeface="Nimbus Sans"/>
                <a:ea typeface="Nimbus Sans"/>
                <a:cs typeface="Nimbus Sans"/>
              </a:defRPr>
            </a:lvl3pPr>
            <a:lvl4pPr algn="r">
              <a:buNone/>
              <a:defRPr sz="1500" b="0">
                <a:solidFill>
                  <a:srgbClr val="55655E"/>
                </a:solidFill>
                <a:latin typeface="Nimbus Sans"/>
                <a:ea typeface="Nimbus Sans"/>
                <a:cs typeface="Nimbus Sans"/>
              </a:defRPr>
            </a:lvl4pPr>
            <a:lvl5pPr algn="r">
              <a:buNone/>
              <a:defRPr sz="1500" b="0">
                <a:solidFill>
                  <a:srgbClr val="55655E"/>
                </a:solidFill>
                <a:latin typeface="Nimbus Sans"/>
                <a:ea typeface="Nimbus Sans"/>
                <a:cs typeface="Nimbus Sans"/>
              </a:defRPr>
            </a:lvl5pPr>
            <a:lvl6pPr algn="r">
              <a:buNone/>
              <a:defRPr sz="1500" b="0">
                <a:solidFill>
                  <a:srgbClr val="55655E"/>
                </a:solidFill>
                <a:latin typeface="Nimbus Sans"/>
                <a:ea typeface="Nimbus Sans"/>
                <a:cs typeface="Nimbus Sans"/>
              </a:defRPr>
            </a:lvl6pPr>
            <a:lvl7pPr algn="r">
              <a:buNone/>
              <a:defRPr sz="1500" b="0">
                <a:solidFill>
                  <a:srgbClr val="55655E"/>
                </a:solidFill>
                <a:latin typeface="Nimbus Sans"/>
                <a:ea typeface="Nimbus Sans"/>
                <a:cs typeface="Nimbus Sans"/>
              </a:defRPr>
            </a:lvl7pPr>
            <a:lvl8pPr algn="r">
              <a:buNone/>
              <a:defRPr sz="1500" b="0">
                <a:solidFill>
                  <a:srgbClr val="55655E"/>
                </a:solidFill>
                <a:latin typeface="Nimbus Sans"/>
                <a:ea typeface="Nimbus Sans"/>
                <a:cs typeface="Nimbus Sans"/>
              </a:defRPr>
            </a:lvl8pPr>
            <a:lvl9pPr algn="r">
              <a:buNone/>
              <a:defRPr sz="1500" b="0">
                <a:solidFill>
                  <a:srgbClr val="55655E"/>
                </a:solidFill>
                <a:latin typeface="Nimbus Sans"/>
                <a:ea typeface="Nimbus Sans"/>
                <a:cs typeface="Nimbus Sans"/>
              </a:defRPr>
            </a:lvl9pPr>
          </a:lstStyle>
          <a:p xmlns:a="http://schemas.openxmlformats.org/drawingml/2006/main">
            <a:pPr algn="r">
              <a:buNone/>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05</a:t>
            </a:r>
          </a:p>
        </p:txBody>
      </p:sp>
      <p:sp>
        <p:nvSpPr>
          <p:cNvPr id="3" name="vote">
            <a:extLst xmlns:a="http://schemas.openxmlformats.org/drawingml/2006/main">
              <a:ext uri="{FF2B5EF4-FFF2-40B4-BE49-F238E27FC236}">
                <a16:creationId xmlns:a16="http://schemas.microsoft.com/office/drawing/2014/main" id="{3701E7A7-724B-43AE-B985-A5A3A7B8E08D}"/>
              </a:ext>
            </a:extLst>
          </p:cNvPr>
          <p:cNvSpPr>
            <a:spLocks xmlns:a="http://schemas.openxmlformats.org/drawingml/2006/main" noGrp="1"/>
          </p:cNvSpPr>
          <p:nvPr/>
        </p:nvSpPr>
        <p:spPr>
          <a:xfrm xmlns:a="http://schemas.openxmlformats.org/drawingml/2006/main">
            <a:off x="685800" y="1971675"/>
            <a:ext cx="1038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173D35"/>
                </a:solidFill>
                <a:latin typeface="Nimbus Sans"/>
                <a:ea typeface="Nimbus Sans"/>
                <a:cs typeface="Nimbus Sans"/>
              </a:defRPr>
            </a:defPPr>
            <a:lvl1pPr algn="l">
              <a:buNone/>
              <a:defRPr sz="3525" b="1">
                <a:solidFill>
                  <a:srgbClr val="173D35"/>
                </a:solidFill>
                <a:latin typeface="Nimbus Sans"/>
                <a:ea typeface="Nimbus Sans"/>
                <a:cs typeface="Nimbus Sans"/>
              </a:defRPr>
            </a:lvl1pPr>
            <a:lvl2pPr algn="l">
              <a:buNone/>
              <a:defRPr sz="3525" b="1">
                <a:solidFill>
                  <a:srgbClr val="173D35"/>
                </a:solidFill>
                <a:latin typeface="Nimbus Sans"/>
                <a:ea typeface="Nimbus Sans"/>
                <a:cs typeface="Nimbus Sans"/>
              </a:defRPr>
            </a:lvl2pPr>
            <a:lvl3pPr algn="l">
              <a:buNone/>
              <a:defRPr sz="3525" b="1">
                <a:solidFill>
                  <a:srgbClr val="173D35"/>
                </a:solidFill>
                <a:latin typeface="Nimbus Sans"/>
                <a:ea typeface="Nimbus Sans"/>
                <a:cs typeface="Nimbus Sans"/>
              </a:defRPr>
            </a:lvl3pPr>
            <a:lvl4pPr algn="l">
              <a:buNone/>
              <a:defRPr sz="3525" b="1">
                <a:solidFill>
                  <a:srgbClr val="173D35"/>
                </a:solidFill>
                <a:latin typeface="Nimbus Sans"/>
                <a:ea typeface="Nimbus Sans"/>
                <a:cs typeface="Nimbus Sans"/>
              </a:defRPr>
            </a:lvl4pPr>
            <a:lvl5pPr algn="l">
              <a:buNone/>
              <a:defRPr sz="3525" b="1">
                <a:solidFill>
                  <a:srgbClr val="173D35"/>
                </a:solidFill>
                <a:latin typeface="Nimbus Sans"/>
                <a:ea typeface="Nimbus Sans"/>
                <a:cs typeface="Nimbus Sans"/>
              </a:defRPr>
            </a:lvl5pPr>
            <a:lvl6pPr algn="l">
              <a:buNone/>
              <a:defRPr sz="3525" b="1">
                <a:solidFill>
                  <a:srgbClr val="173D35"/>
                </a:solidFill>
                <a:latin typeface="Nimbus Sans"/>
                <a:ea typeface="Nimbus Sans"/>
                <a:cs typeface="Nimbus Sans"/>
              </a:defRPr>
            </a:lvl6pPr>
            <a:lvl7pPr algn="l">
              <a:buNone/>
              <a:defRPr sz="3525" b="1">
                <a:solidFill>
                  <a:srgbClr val="173D35"/>
                </a:solidFill>
                <a:latin typeface="Nimbus Sans"/>
                <a:ea typeface="Nimbus Sans"/>
                <a:cs typeface="Nimbus Sans"/>
              </a:defRPr>
            </a:lvl7pPr>
            <a:lvl8pPr algn="l">
              <a:buNone/>
              <a:defRPr sz="3525" b="1">
                <a:solidFill>
                  <a:srgbClr val="173D35"/>
                </a:solidFill>
                <a:latin typeface="Nimbus Sans"/>
                <a:ea typeface="Nimbus Sans"/>
                <a:cs typeface="Nimbus Sans"/>
              </a:defRPr>
            </a:lvl8pPr>
            <a:lvl9pPr algn="l">
              <a:buNone/>
              <a:defRPr sz="3525" b="1">
                <a:solidFill>
                  <a:srgbClr val="173D35"/>
                </a:solidFill>
                <a:latin typeface="Nimbus Sans"/>
                <a:ea typeface="Nimbus Sans"/>
                <a:cs typeface="Nimbus Sans"/>
              </a:defRPr>
            </a:lvl9pPr>
          </a:lstStyle>
          <a:p xmlns:a="http://schemas.openxmlformats.org/drawingml/2006/main">
            <a:pPr algn="l">
              <a:buNone/>
              <a:defRPr sz="3525" b="1">
                <a:solidFill>
                  <a:srgbClr val="173D35"/>
                </a:solidFill>
                <a:latin typeface="Nimbus Sans"/>
                <a:ea typeface="Nimbus Sans"/>
                <a:cs typeface="Nimbus Sans"/>
              </a:defRPr>
            </a:pPr>
            <a:r>
              <a:rPr sz="3525" b="1">
                <a:solidFill>
                  <a:srgbClr val="173D35"/>
                </a:solidFill>
                <a:latin typeface="Nimbus Sans"/>
                <a:ea typeface="Nimbus Sans"/>
                <a:cs typeface="Nimbus Sans"/>
              </a:rPr>
              <a:t>A coat on a cold day</a:t>
            </a:r>
          </a:p>
        </p:txBody>
      </p:sp>
      <p:sp>
        <p:nvSpPr>
          <p:cNvPr id="4" name="vote2">
            <a:extLst xmlns:a="http://schemas.openxmlformats.org/drawingml/2006/main">
              <a:ext uri="{FF2B5EF4-FFF2-40B4-BE49-F238E27FC236}">
                <a16:creationId xmlns:a16="http://schemas.microsoft.com/office/drawing/2014/main" id="{41E07E44-4DA9-4C14-93E0-ED7DCC747019}"/>
              </a:ext>
            </a:extLst>
          </p:cNvPr>
          <p:cNvSpPr>
            <a:spLocks xmlns:a="http://schemas.openxmlformats.org/drawingml/2006/main" noGrp="1"/>
          </p:cNvSpPr>
          <p:nvPr/>
        </p:nvSpPr>
        <p:spPr>
          <a:xfrm xmlns:a="http://schemas.openxmlformats.org/drawingml/2006/main">
            <a:off x="685800" y="2905125"/>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0">
                <a:solidFill>
                  <a:srgbClr val="173D35"/>
                </a:solidFill>
                <a:latin typeface="Nimbus Sans"/>
                <a:ea typeface="Nimbus Sans"/>
                <a:cs typeface="Nimbus Sans"/>
              </a:defRPr>
            </a:defPPr>
            <a:lvl1pPr algn="l">
              <a:buNone/>
              <a:defRPr sz="3075" b="0">
                <a:solidFill>
                  <a:srgbClr val="173D35"/>
                </a:solidFill>
                <a:latin typeface="Nimbus Sans"/>
                <a:ea typeface="Nimbus Sans"/>
                <a:cs typeface="Nimbus Sans"/>
              </a:defRPr>
            </a:lvl1pPr>
            <a:lvl2pPr algn="l">
              <a:buNone/>
              <a:defRPr sz="3075" b="0">
                <a:solidFill>
                  <a:srgbClr val="173D35"/>
                </a:solidFill>
                <a:latin typeface="Nimbus Sans"/>
                <a:ea typeface="Nimbus Sans"/>
                <a:cs typeface="Nimbus Sans"/>
              </a:defRPr>
            </a:lvl2pPr>
            <a:lvl3pPr algn="l">
              <a:buNone/>
              <a:defRPr sz="3075" b="0">
                <a:solidFill>
                  <a:srgbClr val="173D35"/>
                </a:solidFill>
                <a:latin typeface="Nimbus Sans"/>
                <a:ea typeface="Nimbus Sans"/>
                <a:cs typeface="Nimbus Sans"/>
              </a:defRPr>
            </a:lvl3pPr>
            <a:lvl4pPr algn="l">
              <a:buNone/>
              <a:defRPr sz="3075" b="0">
                <a:solidFill>
                  <a:srgbClr val="173D35"/>
                </a:solidFill>
                <a:latin typeface="Nimbus Sans"/>
                <a:ea typeface="Nimbus Sans"/>
                <a:cs typeface="Nimbus Sans"/>
              </a:defRPr>
            </a:lvl4pPr>
            <a:lvl5pPr algn="l">
              <a:buNone/>
              <a:defRPr sz="3075" b="0">
                <a:solidFill>
                  <a:srgbClr val="173D35"/>
                </a:solidFill>
                <a:latin typeface="Nimbus Sans"/>
                <a:ea typeface="Nimbus Sans"/>
                <a:cs typeface="Nimbus Sans"/>
              </a:defRPr>
            </a:lvl5pPr>
            <a:lvl6pPr algn="l">
              <a:buNone/>
              <a:defRPr sz="3075" b="0">
                <a:solidFill>
                  <a:srgbClr val="173D35"/>
                </a:solidFill>
                <a:latin typeface="Nimbus Sans"/>
                <a:ea typeface="Nimbus Sans"/>
                <a:cs typeface="Nimbus Sans"/>
              </a:defRPr>
            </a:lvl6pPr>
            <a:lvl7pPr algn="l">
              <a:buNone/>
              <a:defRPr sz="3075" b="0">
                <a:solidFill>
                  <a:srgbClr val="173D35"/>
                </a:solidFill>
                <a:latin typeface="Nimbus Sans"/>
                <a:ea typeface="Nimbus Sans"/>
                <a:cs typeface="Nimbus Sans"/>
              </a:defRPr>
            </a:lvl7pPr>
            <a:lvl8pPr algn="l">
              <a:buNone/>
              <a:defRPr sz="3075" b="0">
                <a:solidFill>
                  <a:srgbClr val="173D35"/>
                </a:solidFill>
                <a:latin typeface="Nimbus Sans"/>
                <a:ea typeface="Nimbus Sans"/>
                <a:cs typeface="Nimbus Sans"/>
              </a:defRPr>
            </a:lvl8pPr>
            <a:lvl9pPr algn="l">
              <a:buNone/>
              <a:defRPr sz="3075" b="0">
                <a:solidFill>
                  <a:srgbClr val="173D35"/>
                </a:solidFill>
                <a:latin typeface="Nimbus Sans"/>
                <a:ea typeface="Nimbus Sans"/>
                <a:cs typeface="Nimbus Sans"/>
              </a:defRPr>
            </a:lvl9pPr>
          </a:lstStyle>
          <a:p xmlns:a="http://schemas.openxmlformats.org/drawingml/2006/main">
            <a:pPr algn="l">
              <a:buNone/>
              <a:defRPr sz="3075" b="0">
                <a:solidFill>
                  <a:srgbClr val="173D35"/>
                </a:solidFill>
                <a:latin typeface="Nimbus Sans"/>
                <a:ea typeface="Nimbus Sans"/>
                <a:cs typeface="Nimbus Sans"/>
              </a:defRPr>
            </a:pPr>
            <a:r>
              <a:rPr sz="3075" b="0">
                <a:solidFill>
                  <a:srgbClr val="173D35"/>
                </a:solidFill>
                <a:latin typeface="Nimbus Sans"/>
                <a:ea typeface="Nimbus Sans"/>
                <a:cs typeface="Nimbus Sans"/>
              </a:rPr>
              <a:t>New shoes when your only pair is too small</a:t>
            </a:r>
          </a:p>
        </p:txBody>
      </p:sp>
      <p:sp>
        <p:nvSpPr>
          <p:cNvPr id="5" name="vote3">
            <a:extLst xmlns:a="http://schemas.openxmlformats.org/drawingml/2006/main">
              <a:ext uri="{FF2B5EF4-FFF2-40B4-BE49-F238E27FC236}">
                <a16:creationId xmlns:a16="http://schemas.microsoft.com/office/drawing/2014/main" id="{9EB9B141-8704-49A8-9EB6-4BD2DC4F0057}"/>
              </a:ext>
            </a:extLst>
          </p:cNvPr>
          <p:cNvSpPr>
            <a:spLocks xmlns:a="http://schemas.openxmlformats.org/drawingml/2006/main" noGrp="1"/>
          </p:cNvSpPr>
          <p:nvPr/>
        </p:nvSpPr>
        <p:spPr>
          <a:xfrm xmlns:a="http://schemas.openxmlformats.org/drawingml/2006/main">
            <a:off x="685800" y="3838575"/>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0">
                <a:solidFill>
                  <a:srgbClr val="173D35"/>
                </a:solidFill>
                <a:latin typeface="Nimbus Sans"/>
                <a:ea typeface="Nimbus Sans"/>
                <a:cs typeface="Nimbus Sans"/>
              </a:defRPr>
            </a:defPPr>
            <a:lvl1pPr algn="l">
              <a:buNone/>
              <a:defRPr sz="3075" b="0">
                <a:solidFill>
                  <a:srgbClr val="173D35"/>
                </a:solidFill>
                <a:latin typeface="Nimbus Sans"/>
                <a:ea typeface="Nimbus Sans"/>
                <a:cs typeface="Nimbus Sans"/>
              </a:defRPr>
            </a:lvl1pPr>
            <a:lvl2pPr algn="l">
              <a:buNone/>
              <a:defRPr sz="3075" b="0">
                <a:solidFill>
                  <a:srgbClr val="173D35"/>
                </a:solidFill>
                <a:latin typeface="Nimbus Sans"/>
                <a:ea typeface="Nimbus Sans"/>
                <a:cs typeface="Nimbus Sans"/>
              </a:defRPr>
            </a:lvl2pPr>
            <a:lvl3pPr algn="l">
              <a:buNone/>
              <a:defRPr sz="3075" b="0">
                <a:solidFill>
                  <a:srgbClr val="173D35"/>
                </a:solidFill>
                <a:latin typeface="Nimbus Sans"/>
                <a:ea typeface="Nimbus Sans"/>
                <a:cs typeface="Nimbus Sans"/>
              </a:defRPr>
            </a:lvl3pPr>
            <a:lvl4pPr algn="l">
              <a:buNone/>
              <a:defRPr sz="3075" b="0">
                <a:solidFill>
                  <a:srgbClr val="173D35"/>
                </a:solidFill>
                <a:latin typeface="Nimbus Sans"/>
                <a:ea typeface="Nimbus Sans"/>
                <a:cs typeface="Nimbus Sans"/>
              </a:defRPr>
            </a:lvl4pPr>
            <a:lvl5pPr algn="l">
              <a:buNone/>
              <a:defRPr sz="3075" b="0">
                <a:solidFill>
                  <a:srgbClr val="173D35"/>
                </a:solidFill>
                <a:latin typeface="Nimbus Sans"/>
                <a:ea typeface="Nimbus Sans"/>
                <a:cs typeface="Nimbus Sans"/>
              </a:defRPr>
            </a:lvl5pPr>
            <a:lvl6pPr algn="l">
              <a:buNone/>
              <a:defRPr sz="3075" b="0">
                <a:solidFill>
                  <a:srgbClr val="173D35"/>
                </a:solidFill>
                <a:latin typeface="Nimbus Sans"/>
                <a:ea typeface="Nimbus Sans"/>
                <a:cs typeface="Nimbus Sans"/>
              </a:defRPr>
            </a:lvl6pPr>
            <a:lvl7pPr algn="l">
              <a:buNone/>
              <a:defRPr sz="3075" b="0">
                <a:solidFill>
                  <a:srgbClr val="173D35"/>
                </a:solidFill>
                <a:latin typeface="Nimbus Sans"/>
                <a:ea typeface="Nimbus Sans"/>
                <a:cs typeface="Nimbus Sans"/>
              </a:defRPr>
            </a:lvl7pPr>
            <a:lvl8pPr algn="l">
              <a:buNone/>
              <a:defRPr sz="3075" b="0">
                <a:solidFill>
                  <a:srgbClr val="173D35"/>
                </a:solidFill>
                <a:latin typeface="Nimbus Sans"/>
                <a:ea typeface="Nimbus Sans"/>
                <a:cs typeface="Nimbus Sans"/>
              </a:defRPr>
            </a:lvl8pPr>
            <a:lvl9pPr algn="l">
              <a:buNone/>
              <a:defRPr sz="3075" b="0">
                <a:solidFill>
                  <a:srgbClr val="173D35"/>
                </a:solidFill>
                <a:latin typeface="Nimbus Sans"/>
                <a:ea typeface="Nimbus Sans"/>
                <a:cs typeface="Nimbus Sans"/>
              </a:defRPr>
            </a:lvl9pPr>
          </a:lstStyle>
          <a:p xmlns:a="http://schemas.openxmlformats.org/drawingml/2006/main">
            <a:pPr algn="l">
              <a:buNone/>
              <a:defRPr sz="3075" b="0">
                <a:solidFill>
                  <a:srgbClr val="173D35"/>
                </a:solidFill>
                <a:latin typeface="Nimbus Sans"/>
                <a:ea typeface="Nimbus Sans"/>
                <a:cs typeface="Nimbus Sans"/>
              </a:defRPr>
            </a:pPr>
            <a:r>
              <a:rPr sz="3075" b="0">
                <a:solidFill>
                  <a:srgbClr val="173D35"/>
                </a:solidFill>
                <a:latin typeface="Nimbus Sans"/>
                <a:ea typeface="Nimbus Sans"/>
                <a:cs typeface="Nimbus Sans"/>
              </a:rPr>
              <a:t>Another pair in your favorite color</a:t>
            </a:r>
          </a:p>
        </p:txBody>
      </p:sp>
      <p:sp>
        <p:nvSpPr>
          <p:cNvPr id="6" name="instruction">
            <a:extLst xmlns:a="http://schemas.openxmlformats.org/drawingml/2006/main">
              <a:ext uri="{FF2B5EF4-FFF2-40B4-BE49-F238E27FC236}">
                <a16:creationId xmlns:a16="http://schemas.microsoft.com/office/drawing/2014/main" id="{4837226C-7687-484B-82C7-52EC7EA941B4}"/>
              </a:ext>
            </a:extLst>
          </p:cNvPr>
          <p:cNvSpPr>
            <a:spLocks xmlns:a="http://schemas.openxmlformats.org/drawingml/2006/main" noGrp="1"/>
          </p:cNvSpPr>
          <p:nvPr/>
        </p:nvSpPr>
        <p:spPr>
          <a:xfrm xmlns:a="http://schemas.openxmlformats.org/drawingml/2006/main">
            <a:off x="685800" y="5133975"/>
            <a:ext cx="1047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5655E"/>
                </a:solidFill>
                <a:latin typeface="Nimbus Sans"/>
                <a:ea typeface="Nimbus Sans"/>
                <a:cs typeface="Nimbus Sans"/>
              </a:defRPr>
            </a:defPPr>
            <a:lvl1pPr algn="l">
              <a:buNone/>
              <a:defRPr sz="2250" b="0">
                <a:solidFill>
                  <a:srgbClr val="55655E"/>
                </a:solidFill>
                <a:latin typeface="Nimbus Sans"/>
                <a:ea typeface="Nimbus Sans"/>
                <a:cs typeface="Nimbus Sans"/>
              </a:defRPr>
            </a:lvl1pPr>
            <a:lvl2pPr algn="l">
              <a:buNone/>
              <a:defRPr sz="2250" b="0">
                <a:solidFill>
                  <a:srgbClr val="55655E"/>
                </a:solidFill>
                <a:latin typeface="Nimbus Sans"/>
                <a:ea typeface="Nimbus Sans"/>
                <a:cs typeface="Nimbus Sans"/>
              </a:defRPr>
            </a:lvl2pPr>
            <a:lvl3pPr algn="l">
              <a:buNone/>
              <a:defRPr sz="2250" b="0">
                <a:solidFill>
                  <a:srgbClr val="55655E"/>
                </a:solidFill>
                <a:latin typeface="Nimbus Sans"/>
                <a:ea typeface="Nimbus Sans"/>
                <a:cs typeface="Nimbus Sans"/>
              </a:defRPr>
            </a:lvl3pPr>
            <a:lvl4pPr algn="l">
              <a:buNone/>
              <a:defRPr sz="2250" b="0">
                <a:solidFill>
                  <a:srgbClr val="55655E"/>
                </a:solidFill>
                <a:latin typeface="Nimbus Sans"/>
                <a:ea typeface="Nimbus Sans"/>
                <a:cs typeface="Nimbus Sans"/>
              </a:defRPr>
            </a:lvl4pPr>
            <a:lvl5pPr algn="l">
              <a:buNone/>
              <a:defRPr sz="2250" b="0">
                <a:solidFill>
                  <a:srgbClr val="55655E"/>
                </a:solidFill>
                <a:latin typeface="Nimbus Sans"/>
                <a:ea typeface="Nimbus Sans"/>
                <a:cs typeface="Nimbus Sans"/>
              </a:defRPr>
            </a:lvl5pPr>
            <a:lvl6pPr algn="l">
              <a:buNone/>
              <a:defRPr sz="2250" b="0">
                <a:solidFill>
                  <a:srgbClr val="55655E"/>
                </a:solidFill>
                <a:latin typeface="Nimbus Sans"/>
                <a:ea typeface="Nimbus Sans"/>
                <a:cs typeface="Nimbus Sans"/>
              </a:defRPr>
            </a:lvl6pPr>
            <a:lvl7pPr algn="l">
              <a:buNone/>
              <a:defRPr sz="2250" b="0">
                <a:solidFill>
                  <a:srgbClr val="55655E"/>
                </a:solidFill>
                <a:latin typeface="Nimbus Sans"/>
                <a:ea typeface="Nimbus Sans"/>
                <a:cs typeface="Nimbus Sans"/>
              </a:defRPr>
            </a:lvl7pPr>
            <a:lvl8pPr algn="l">
              <a:buNone/>
              <a:defRPr sz="2250" b="0">
                <a:solidFill>
                  <a:srgbClr val="55655E"/>
                </a:solidFill>
                <a:latin typeface="Nimbus Sans"/>
                <a:ea typeface="Nimbus Sans"/>
                <a:cs typeface="Nimbus Sans"/>
              </a:defRPr>
            </a:lvl8pPr>
            <a:lvl9pPr algn="l">
              <a:buNone/>
              <a:defRPr sz="2250" b="0">
                <a:solidFill>
                  <a:srgbClr val="55655E"/>
                </a:solidFill>
                <a:latin typeface="Nimbus Sans"/>
                <a:ea typeface="Nimbus Sans"/>
                <a:cs typeface="Nimbus Sans"/>
              </a:defRPr>
            </a:lvl9pPr>
          </a:lstStyle>
          <a:p xmlns:a="http://schemas.openxmlformats.org/drawingml/2006/main">
            <a:pPr algn="l">
              <a:buNone/>
              <a:defRPr sz="2250" b="0">
                <a:solidFill>
                  <a:srgbClr val="55655E"/>
                </a:solidFill>
                <a:latin typeface="Nimbus Sans"/>
                <a:ea typeface="Nimbus Sans"/>
                <a:cs typeface="Nimbus Sans"/>
              </a:defRPr>
            </a:pPr>
            <a:r>
              <a:rPr sz="2250" b="0">
                <a:solidFill>
                  <a:srgbClr val="55655E"/>
                </a:solidFill>
                <a:latin typeface="Nimbus Sans"/>
                <a:ea typeface="Nimbus Sans"/>
                <a:cs typeface="Nimbus Sans"/>
              </a:rPr>
              <a:t>In chat: 1 = need, 2 = want, D = depends</a:t>
            </a:r>
          </a:p>
          <a:p xmlns:a="http://schemas.openxmlformats.org/drawingml/2006/main">
            <a:pPr algn="l">
              <a:buNone/>
              <a:defRPr sz="2250" b="0">
                <a:solidFill>
                  <a:srgbClr val="55655E"/>
                </a:solidFill>
                <a:latin typeface="Nimbus Sans"/>
                <a:ea typeface="Nimbus Sans"/>
                <a:cs typeface="Nimbus Sans"/>
              </a:defRPr>
            </a:pPr>
            <a:r>
              <a:rPr sz="2250" b="0">
                <a:solidFill>
                  <a:srgbClr val="55655E"/>
                </a:solidFill>
                <a:latin typeface="Nimbus Sans"/>
                <a:ea typeface="Nimbus Sans"/>
                <a:cs typeface="Nimbus Sans"/>
              </a:rPr>
              <a:t>What would you need to know?</a:t>
            </a:r>
          </a:p>
        </p:txBody>
      </p:sp>
    </p:spTree>
    <p:extLst>
      <p:ext uri="{BB962C8B-B14F-4D97-AF65-F5344CB8AC3E}">
        <p14:creationId xmlns:p14="http://schemas.microsoft.com/office/powerpoint/2010/main" val="894951650"/>
      </p:ext>
    </p:extLst>
  </p:cSld>
</p:sld>
</file>

<file path=ppt/slides/slide6.xml><?xml version="1.0" encoding="utf-8"?>
<p:sld xmlns:p="http://schemas.openxmlformats.org/presentationml/2006/main">
  <p:cSld>
    <p:bg>
      <p:bgPr>
        <a:solidFill xmlns:a="http://schemas.openxmlformats.org/drawingml/2006/main">
          <a:srgbClr val="173D35"/>
        </a:solidFill>
      </p:bgPr>
    </p:bg>
    <p:spTree>
      <p:nvGrpSpPr>
        <p:cNvPr id="1" name=""/>
        <p:cNvGrpSpPr/>
        <p:nvPr/>
      </p:nvGrpSpPr>
      <p:grpSpPr>
        <a:xfrm xmlns:a="http://schemas.openxmlformats.org/drawingml/2006/main"/>
      </p:grpSpPr>
      <p:sp>
        <p:nvSpPr>
          <p:cNvPr id="8" name="headline">
            <a:extLst xmlns:a="http://schemas.openxmlformats.org/drawingml/2006/main">
              <a:ext uri="{FF2B5EF4-FFF2-40B4-BE49-F238E27FC236}">
                <a16:creationId xmlns:a16="http://schemas.microsoft.com/office/drawing/2014/main" id="{CA0A0B1B-5A18-4202-8FDC-397364E8D5DB}"/>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6F1E7"/>
                </a:solidFill>
                <a:latin typeface="Nimbus Sans"/>
                <a:ea typeface="Nimbus Sans"/>
                <a:cs typeface="Nimbus Sans"/>
              </a:defRPr>
            </a:defPPr>
            <a:lvl1pPr algn="l">
              <a:buNone/>
              <a:defRPr sz="3900" b="1">
                <a:solidFill>
                  <a:srgbClr val="F6F1E7"/>
                </a:solidFill>
                <a:latin typeface="Nimbus Sans"/>
                <a:ea typeface="Nimbus Sans"/>
                <a:cs typeface="Nimbus Sans"/>
              </a:defRPr>
            </a:lvl1pPr>
            <a:lvl2pPr algn="l">
              <a:buNone/>
              <a:defRPr sz="3900" b="1">
                <a:solidFill>
                  <a:srgbClr val="F6F1E7"/>
                </a:solidFill>
                <a:latin typeface="Nimbus Sans"/>
                <a:ea typeface="Nimbus Sans"/>
                <a:cs typeface="Nimbus Sans"/>
              </a:defRPr>
            </a:lvl2pPr>
            <a:lvl3pPr algn="l">
              <a:buNone/>
              <a:defRPr sz="3900" b="1">
                <a:solidFill>
                  <a:srgbClr val="F6F1E7"/>
                </a:solidFill>
                <a:latin typeface="Nimbus Sans"/>
                <a:ea typeface="Nimbus Sans"/>
                <a:cs typeface="Nimbus Sans"/>
              </a:defRPr>
            </a:lvl3pPr>
            <a:lvl4pPr algn="l">
              <a:buNone/>
              <a:defRPr sz="3900" b="1">
                <a:solidFill>
                  <a:srgbClr val="F6F1E7"/>
                </a:solidFill>
                <a:latin typeface="Nimbus Sans"/>
                <a:ea typeface="Nimbus Sans"/>
                <a:cs typeface="Nimbus Sans"/>
              </a:defRPr>
            </a:lvl4pPr>
            <a:lvl5pPr algn="l">
              <a:buNone/>
              <a:defRPr sz="3900" b="1">
                <a:solidFill>
                  <a:srgbClr val="F6F1E7"/>
                </a:solidFill>
                <a:latin typeface="Nimbus Sans"/>
                <a:ea typeface="Nimbus Sans"/>
                <a:cs typeface="Nimbus Sans"/>
              </a:defRPr>
            </a:lvl5pPr>
            <a:lvl6pPr algn="l">
              <a:buNone/>
              <a:defRPr sz="3900" b="1">
                <a:solidFill>
                  <a:srgbClr val="F6F1E7"/>
                </a:solidFill>
                <a:latin typeface="Nimbus Sans"/>
                <a:ea typeface="Nimbus Sans"/>
                <a:cs typeface="Nimbus Sans"/>
              </a:defRPr>
            </a:lvl6pPr>
            <a:lvl7pPr algn="l">
              <a:buNone/>
              <a:defRPr sz="3900" b="1">
                <a:solidFill>
                  <a:srgbClr val="F6F1E7"/>
                </a:solidFill>
                <a:latin typeface="Nimbus Sans"/>
                <a:ea typeface="Nimbus Sans"/>
                <a:cs typeface="Nimbus Sans"/>
              </a:defRPr>
            </a:lvl7pPr>
            <a:lvl8pPr algn="l">
              <a:buNone/>
              <a:defRPr sz="3900" b="1">
                <a:solidFill>
                  <a:srgbClr val="F6F1E7"/>
                </a:solidFill>
                <a:latin typeface="Nimbus Sans"/>
                <a:ea typeface="Nimbus Sans"/>
                <a:cs typeface="Nimbus Sans"/>
              </a:defRPr>
            </a:lvl8pPr>
            <a:lvl9pPr algn="l">
              <a:buNone/>
              <a:defRPr sz="3900" b="1">
                <a:solidFill>
                  <a:srgbClr val="F6F1E7"/>
                </a:solidFill>
                <a:latin typeface="Nimbus Sans"/>
                <a:ea typeface="Nimbus Sans"/>
                <a:cs typeface="Nimbus Sans"/>
              </a:defRPr>
            </a:lvl9pPr>
          </a:lstStyle>
          <a:p xmlns:a="http://schemas.openxmlformats.org/drawingml/2006/main">
            <a:pPr algn="l">
              <a:buNone/>
              <a:defRPr sz="3900" b="1">
                <a:solidFill>
                  <a:srgbClr val="F6F1E7"/>
                </a:solidFill>
                <a:latin typeface="Nimbus Sans"/>
                <a:ea typeface="Nimbus Sans"/>
                <a:cs typeface="Nimbus Sans"/>
              </a:defRPr>
            </a:pPr>
            <a:r>
              <a:rPr sz="3900" b="1">
                <a:solidFill>
                  <a:srgbClr val="F6F1E7"/>
                </a:solidFill>
                <a:latin typeface="Nimbus Sans"/>
                <a:ea typeface="Nimbus Sans"/>
                <a:cs typeface="Nimbus Sans"/>
              </a:rPr>
              <a:t>One $10, two choices</a:t>
            </a:r>
          </a:p>
        </p:txBody>
      </p:sp>
      <p:sp>
        <p:nvSpPr>
          <p:cNvPr id="2" name="page-number">
            <a:extLst xmlns:a="http://schemas.openxmlformats.org/drawingml/2006/main">
              <a:ext uri="{FF2B5EF4-FFF2-40B4-BE49-F238E27FC236}">
                <a16:creationId xmlns:a16="http://schemas.microsoft.com/office/drawing/2014/main" id="{0673ADDE-6238-418D-8BA5-B75AF46649CA}"/>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D8E2D9"/>
                </a:solidFill>
                <a:latin typeface="Nimbus Sans"/>
                <a:ea typeface="Nimbus Sans"/>
                <a:cs typeface="Nimbus Sans"/>
              </a:defRPr>
            </a:defPPr>
            <a:lvl1pPr algn="r">
              <a:buNone/>
              <a:defRPr sz="1500" b="0">
                <a:solidFill>
                  <a:srgbClr val="D8E2D9"/>
                </a:solidFill>
                <a:latin typeface="Nimbus Sans"/>
                <a:ea typeface="Nimbus Sans"/>
                <a:cs typeface="Nimbus Sans"/>
              </a:defRPr>
            </a:lvl1pPr>
            <a:lvl2pPr algn="r">
              <a:buNone/>
              <a:defRPr sz="1500" b="0">
                <a:solidFill>
                  <a:srgbClr val="D8E2D9"/>
                </a:solidFill>
                <a:latin typeface="Nimbus Sans"/>
                <a:ea typeface="Nimbus Sans"/>
                <a:cs typeface="Nimbus Sans"/>
              </a:defRPr>
            </a:lvl2pPr>
            <a:lvl3pPr algn="r">
              <a:buNone/>
              <a:defRPr sz="1500" b="0">
                <a:solidFill>
                  <a:srgbClr val="D8E2D9"/>
                </a:solidFill>
                <a:latin typeface="Nimbus Sans"/>
                <a:ea typeface="Nimbus Sans"/>
                <a:cs typeface="Nimbus Sans"/>
              </a:defRPr>
            </a:lvl3pPr>
            <a:lvl4pPr algn="r">
              <a:buNone/>
              <a:defRPr sz="1500" b="0">
                <a:solidFill>
                  <a:srgbClr val="D8E2D9"/>
                </a:solidFill>
                <a:latin typeface="Nimbus Sans"/>
                <a:ea typeface="Nimbus Sans"/>
                <a:cs typeface="Nimbus Sans"/>
              </a:defRPr>
            </a:lvl4pPr>
            <a:lvl5pPr algn="r">
              <a:buNone/>
              <a:defRPr sz="1500" b="0">
                <a:solidFill>
                  <a:srgbClr val="D8E2D9"/>
                </a:solidFill>
                <a:latin typeface="Nimbus Sans"/>
                <a:ea typeface="Nimbus Sans"/>
                <a:cs typeface="Nimbus Sans"/>
              </a:defRPr>
            </a:lvl5pPr>
            <a:lvl6pPr algn="r">
              <a:buNone/>
              <a:defRPr sz="1500" b="0">
                <a:solidFill>
                  <a:srgbClr val="D8E2D9"/>
                </a:solidFill>
                <a:latin typeface="Nimbus Sans"/>
                <a:ea typeface="Nimbus Sans"/>
                <a:cs typeface="Nimbus Sans"/>
              </a:defRPr>
            </a:lvl6pPr>
            <a:lvl7pPr algn="r">
              <a:buNone/>
              <a:defRPr sz="1500" b="0">
                <a:solidFill>
                  <a:srgbClr val="D8E2D9"/>
                </a:solidFill>
                <a:latin typeface="Nimbus Sans"/>
                <a:ea typeface="Nimbus Sans"/>
                <a:cs typeface="Nimbus Sans"/>
              </a:defRPr>
            </a:lvl7pPr>
            <a:lvl8pPr algn="r">
              <a:buNone/>
              <a:defRPr sz="1500" b="0">
                <a:solidFill>
                  <a:srgbClr val="D8E2D9"/>
                </a:solidFill>
                <a:latin typeface="Nimbus Sans"/>
                <a:ea typeface="Nimbus Sans"/>
                <a:cs typeface="Nimbus Sans"/>
              </a:defRPr>
            </a:lvl8pPr>
            <a:lvl9pPr algn="r">
              <a:buNone/>
              <a:defRPr sz="1500" b="0">
                <a:solidFill>
                  <a:srgbClr val="D8E2D9"/>
                </a:solidFill>
                <a:latin typeface="Nimbus Sans"/>
                <a:ea typeface="Nimbus Sans"/>
                <a:cs typeface="Nimbus Sans"/>
              </a:defRPr>
            </a:lvl9pPr>
          </a:lstStyle>
          <a:p xmlns:a="http://schemas.openxmlformats.org/drawingml/2006/main">
            <a:pPr algn="r">
              <a:buNone/>
              <a:defRPr sz="1500" b="0">
                <a:solidFill>
                  <a:srgbClr val="D8E2D9"/>
                </a:solidFill>
                <a:latin typeface="Nimbus Sans"/>
                <a:ea typeface="Nimbus Sans"/>
                <a:cs typeface="Nimbus Sans"/>
              </a:defRPr>
            </a:pPr>
            <a:r>
              <a:rPr sz="1500" b="0">
                <a:solidFill>
                  <a:srgbClr val="D8E2D9"/>
                </a:solidFill>
                <a:latin typeface="Nimbus Sans"/>
                <a:ea typeface="Nimbus Sans"/>
                <a:cs typeface="Nimbus Sans"/>
              </a:rPr>
              <a:t>06</a:t>
            </a:r>
          </a:p>
        </p:txBody>
      </p:sp>
      <p:sp>
        <p:nvSpPr>
          <p:cNvPr id="3" name="left">
            <a:extLst xmlns:a="http://schemas.openxmlformats.org/drawingml/2006/main">
              <a:ext uri="{FF2B5EF4-FFF2-40B4-BE49-F238E27FC236}">
                <a16:creationId xmlns:a16="http://schemas.microsoft.com/office/drawing/2014/main" id="{8A0DFF3D-3696-439C-9E2D-110F0F17BAAF}"/>
              </a:ext>
            </a:extLst>
          </p:cNvPr>
          <p:cNvSpPr>
            <a:spLocks xmlns:a="http://schemas.openxmlformats.org/drawingml/2006/main" noGrp="1"/>
          </p:cNvSpPr>
          <p:nvPr/>
        </p:nvSpPr>
        <p:spPr>
          <a:xfrm xmlns:a="http://schemas.openxmlformats.org/drawingml/2006/main">
            <a:off x="685800" y="2076450"/>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1">
                <a:solidFill>
                  <a:srgbClr val="F6F1E7"/>
                </a:solidFill>
                <a:latin typeface="Nimbus Sans"/>
                <a:ea typeface="Nimbus Sans"/>
                <a:cs typeface="Nimbus Sans"/>
              </a:defRPr>
            </a:defPPr>
            <a:lvl1pPr algn="l">
              <a:buNone/>
              <a:defRPr sz="3825" b="1">
                <a:solidFill>
                  <a:srgbClr val="F6F1E7"/>
                </a:solidFill>
                <a:latin typeface="Nimbus Sans"/>
                <a:ea typeface="Nimbus Sans"/>
                <a:cs typeface="Nimbus Sans"/>
              </a:defRPr>
            </a:lvl1pPr>
            <a:lvl2pPr algn="l">
              <a:buNone/>
              <a:defRPr sz="3825" b="1">
                <a:solidFill>
                  <a:srgbClr val="F6F1E7"/>
                </a:solidFill>
                <a:latin typeface="Nimbus Sans"/>
                <a:ea typeface="Nimbus Sans"/>
                <a:cs typeface="Nimbus Sans"/>
              </a:defRPr>
            </a:lvl2pPr>
            <a:lvl3pPr algn="l">
              <a:buNone/>
              <a:defRPr sz="3825" b="1">
                <a:solidFill>
                  <a:srgbClr val="F6F1E7"/>
                </a:solidFill>
                <a:latin typeface="Nimbus Sans"/>
                <a:ea typeface="Nimbus Sans"/>
                <a:cs typeface="Nimbus Sans"/>
              </a:defRPr>
            </a:lvl3pPr>
            <a:lvl4pPr algn="l">
              <a:buNone/>
              <a:defRPr sz="3825" b="1">
                <a:solidFill>
                  <a:srgbClr val="F6F1E7"/>
                </a:solidFill>
                <a:latin typeface="Nimbus Sans"/>
                <a:ea typeface="Nimbus Sans"/>
                <a:cs typeface="Nimbus Sans"/>
              </a:defRPr>
            </a:lvl4pPr>
            <a:lvl5pPr algn="l">
              <a:buNone/>
              <a:defRPr sz="3825" b="1">
                <a:solidFill>
                  <a:srgbClr val="F6F1E7"/>
                </a:solidFill>
                <a:latin typeface="Nimbus Sans"/>
                <a:ea typeface="Nimbus Sans"/>
                <a:cs typeface="Nimbus Sans"/>
              </a:defRPr>
            </a:lvl5pPr>
            <a:lvl6pPr algn="l">
              <a:buNone/>
              <a:defRPr sz="3825" b="1">
                <a:solidFill>
                  <a:srgbClr val="F6F1E7"/>
                </a:solidFill>
                <a:latin typeface="Nimbus Sans"/>
                <a:ea typeface="Nimbus Sans"/>
                <a:cs typeface="Nimbus Sans"/>
              </a:defRPr>
            </a:lvl6pPr>
            <a:lvl7pPr algn="l">
              <a:buNone/>
              <a:defRPr sz="3825" b="1">
                <a:solidFill>
                  <a:srgbClr val="F6F1E7"/>
                </a:solidFill>
                <a:latin typeface="Nimbus Sans"/>
                <a:ea typeface="Nimbus Sans"/>
                <a:cs typeface="Nimbus Sans"/>
              </a:defRPr>
            </a:lvl7pPr>
            <a:lvl8pPr algn="l">
              <a:buNone/>
              <a:defRPr sz="3825" b="1">
                <a:solidFill>
                  <a:srgbClr val="F6F1E7"/>
                </a:solidFill>
                <a:latin typeface="Nimbus Sans"/>
                <a:ea typeface="Nimbus Sans"/>
                <a:cs typeface="Nimbus Sans"/>
              </a:defRPr>
            </a:lvl8pPr>
            <a:lvl9pPr algn="l">
              <a:buNone/>
              <a:defRPr sz="3825" b="1">
                <a:solidFill>
                  <a:srgbClr val="F6F1E7"/>
                </a:solidFill>
                <a:latin typeface="Nimbus Sans"/>
                <a:ea typeface="Nimbus Sans"/>
                <a:cs typeface="Nimbus Sans"/>
              </a:defRPr>
            </a:lvl9pPr>
          </a:lstStyle>
          <a:p xmlns:a="http://schemas.openxmlformats.org/drawingml/2006/main">
            <a:pPr algn="l">
              <a:buNone/>
              <a:defRPr sz="3825" b="1">
                <a:solidFill>
                  <a:srgbClr val="F6F1E7"/>
                </a:solidFill>
                <a:latin typeface="Nimbus Sans"/>
                <a:ea typeface="Nimbus Sans"/>
                <a:cs typeface="Nimbus Sans"/>
              </a:defRPr>
            </a:pPr>
            <a:r>
              <a:rPr sz="3825" b="1">
                <a:solidFill>
                  <a:srgbClr val="F6F1E7"/>
                </a:solidFill>
                <a:latin typeface="Nimbus Sans"/>
                <a:ea typeface="Nimbus Sans"/>
                <a:cs typeface="Nimbus Sans"/>
              </a:rPr>
              <a:t>A book today</a:t>
            </a:r>
          </a:p>
        </p:txBody>
      </p:sp>
      <p:sp>
        <p:nvSpPr>
          <p:cNvPr id="4" name="left-price">
            <a:extLst xmlns:a="http://schemas.openxmlformats.org/drawingml/2006/main">
              <a:ext uri="{FF2B5EF4-FFF2-40B4-BE49-F238E27FC236}">
                <a16:creationId xmlns:a16="http://schemas.microsoft.com/office/drawing/2014/main" id="{4785C3D2-5C8C-4CF3-944D-3D6F3CCE5863}"/>
              </a:ext>
            </a:extLst>
          </p:cNvPr>
          <p:cNvSpPr>
            <a:spLocks xmlns:a="http://schemas.openxmlformats.org/drawingml/2006/main" noGrp="1"/>
          </p:cNvSpPr>
          <p:nvPr/>
        </p:nvSpPr>
        <p:spPr>
          <a:xfrm xmlns:a="http://schemas.openxmlformats.org/drawingml/2006/main">
            <a:off x="685800" y="3009900"/>
            <a:ext cx="4000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700" b="1">
                <a:solidFill>
                  <a:srgbClr val="E6B84C"/>
                </a:solidFill>
                <a:latin typeface="Nimbus Sans"/>
                <a:ea typeface="Nimbus Sans"/>
                <a:cs typeface="Nimbus Sans"/>
              </a:defRPr>
            </a:defPPr>
            <a:lvl1pPr algn="l">
              <a:buNone/>
              <a:defRPr sz="5700" b="1">
                <a:solidFill>
                  <a:srgbClr val="E6B84C"/>
                </a:solidFill>
                <a:latin typeface="Nimbus Sans"/>
                <a:ea typeface="Nimbus Sans"/>
                <a:cs typeface="Nimbus Sans"/>
              </a:defRPr>
            </a:lvl1pPr>
            <a:lvl2pPr algn="l">
              <a:buNone/>
              <a:defRPr sz="5700" b="1">
                <a:solidFill>
                  <a:srgbClr val="E6B84C"/>
                </a:solidFill>
                <a:latin typeface="Nimbus Sans"/>
                <a:ea typeface="Nimbus Sans"/>
                <a:cs typeface="Nimbus Sans"/>
              </a:defRPr>
            </a:lvl2pPr>
            <a:lvl3pPr algn="l">
              <a:buNone/>
              <a:defRPr sz="5700" b="1">
                <a:solidFill>
                  <a:srgbClr val="E6B84C"/>
                </a:solidFill>
                <a:latin typeface="Nimbus Sans"/>
                <a:ea typeface="Nimbus Sans"/>
                <a:cs typeface="Nimbus Sans"/>
              </a:defRPr>
            </a:lvl3pPr>
            <a:lvl4pPr algn="l">
              <a:buNone/>
              <a:defRPr sz="5700" b="1">
                <a:solidFill>
                  <a:srgbClr val="E6B84C"/>
                </a:solidFill>
                <a:latin typeface="Nimbus Sans"/>
                <a:ea typeface="Nimbus Sans"/>
                <a:cs typeface="Nimbus Sans"/>
              </a:defRPr>
            </a:lvl4pPr>
            <a:lvl5pPr algn="l">
              <a:buNone/>
              <a:defRPr sz="5700" b="1">
                <a:solidFill>
                  <a:srgbClr val="E6B84C"/>
                </a:solidFill>
                <a:latin typeface="Nimbus Sans"/>
                <a:ea typeface="Nimbus Sans"/>
                <a:cs typeface="Nimbus Sans"/>
              </a:defRPr>
            </a:lvl5pPr>
            <a:lvl6pPr algn="l">
              <a:buNone/>
              <a:defRPr sz="5700" b="1">
                <a:solidFill>
                  <a:srgbClr val="E6B84C"/>
                </a:solidFill>
                <a:latin typeface="Nimbus Sans"/>
                <a:ea typeface="Nimbus Sans"/>
                <a:cs typeface="Nimbus Sans"/>
              </a:defRPr>
            </a:lvl6pPr>
            <a:lvl7pPr algn="l">
              <a:buNone/>
              <a:defRPr sz="5700" b="1">
                <a:solidFill>
                  <a:srgbClr val="E6B84C"/>
                </a:solidFill>
                <a:latin typeface="Nimbus Sans"/>
                <a:ea typeface="Nimbus Sans"/>
                <a:cs typeface="Nimbus Sans"/>
              </a:defRPr>
            </a:lvl7pPr>
            <a:lvl8pPr algn="l">
              <a:buNone/>
              <a:defRPr sz="5700" b="1">
                <a:solidFill>
                  <a:srgbClr val="E6B84C"/>
                </a:solidFill>
                <a:latin typeface="Nimbus Sans"/>
                <a:ea typeface="Nimbus Sans"/>
                <a:cs typeface="Nimbus Sans"/>
              </a:defRPr>
            </a:lvl8pPr>
            <a:lvl9pPr algn="l">
              <a:buNone/>
              <a:defRPr sz="5700" b="1">
                <a:solidFill>
                  <a:srgbClr val="E6B84C"/>
                </a:solidFill>
                <a:latin typeface="Nimbus Sans"/>
                <a:ea typeface="Nimbus Sans"/>
                <a:cs typeface="Nimbus Sans"/>
              </a:defRPr>
            </a:lvl9pPr>
          </a:lstStyle>
          <a:p xmlns:a="http://schemas.openxmlformats.org/drawingml/2006/main">
            <a:pPr algn="l">
              <a:buNone/>
              <a:defRPr sz="5700" b="1">
                <a:solidFill>
                  <a:srgbClr val="E6B84C"/>
                </a:solidFill>
                <a:latin typeface="Nimbus Sans"/>
                <a:ea typeface="Nimbus Sans"/>
                <a:cs typeface="Nimbus Sans"/>
              </a:defRPr>
            </a:pPr>
            <a:r>
              <a:rPr sz="5700" b="1">
                <a:solidFill>
                  <a:srgbClr val="E6B84C"/>
                </a:solidFill>
                <a:latin typeface="Nimbus Sans"/>
                <a:ea typeface="Nimbus Sans"/>
                <a:cs typeface="Nimbus Sans"/>
              </a:rPr>
              <a:t>$10</a:t>
            </a:r>
          </a:p>
        </p:txBody>
      </p:sp>
      <p:sp>
        <p:nvSpPr>
          <p:cNvPr id="5" name="right">
            <a:extLst xmlns:a="http://schemas.openxmlformats.org/drawingml/2006/main">
              <a:ext uri="{FF2B5EF4-FFF2-40B4-BE49-F238E27FC236}">
                <a16:creationId xmlns:a16="http://schemas.microsoft.com/office/drawing/2014/main" id="{66E8CBD1-33B6-4D81-9BD2-EAB5CAA0C39B}"/>
              </a:ext>
            </a:extLst>
          </p:cNvPr>
          <p:cNvSpPr>
            <a:spLocks xmlns:a="http://schemas.openxmlformats.org/drawingml/2006/main" noGrp="1"/>
          </p:cNvSpPr>
          <p:nvPr/>
        </p:nvSpPr>
        <p:spPr>
          <a:xfrm xmlns:a="http://schemas.openxmlformats.org/drawingml/2006/main">
            <a:off x="6572250" y="207645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6F1E7"/>
                </a:solidFill>
                <a:latin typeface="Nimbus Sans"/>
                <a:ea typeface="Nimbus Sans"/>
                <a:cs typeface="Nimbus Sans"/>
              </a:defRPr>
            </a:defPPr>
            <a:lvl1pPr algn="l">
              <a:buNone/>
              <a:defRPr sz="3525" b="1">
                <a:solidFill>
                  <a:srgbClr val="F6F1E7"/>
                </a:solidFill>
                <a:latin typeface="Nimbus Sans"/>
                <a:ea typeface="Nimbus Sans"/>
                <a:cs typeface="Nimbus Sans"/>
              </a:defRPr>
            </a:lvl1pPr>
            <a:lvl2pPr algn="l">
              <a:buNone/>
              <a:defRPr sz="3525" b="1">
                <a:solidFill>
                  <a:srgbClr val="F6F1E7"/>
                </a:solidFill>
                <a:latin typeface="Nimbus Sans"/>
                <a:ea typeface="Nimbus Sans"/>
                <a:cs typeface="Nimbus Sans"/>
              </a:defRPr>
            </a:lvl2pPr>
            <a:lvl3pPr algn="l">
              <a:buNone/>
              <a:defRPr sz="3525" b="1">
                <a:solidFill>
                  <a:srgbClr val="F6F1E7"/>
                </a:solidFill>
                <a:latin typeface="Nimbus Sans"/>
                <a:ea typeface="Nimbus Sans"/>
                <a:cs typeface="Nimbus Sans"/>
              </a:defRPr>
            </a:lvl3pPr>
            <a:lvl4pPr algn="l">
              <a:buNone/>
              <a:defRPr sz="3525" b="1">
                <a:solidFill>
                  <a:srgbClr val="F6F1E7"/>
                </a:solidFill>
                <a:latin typeface="Nimbus Sans"/>
                <a:ea typeface="Nimbus Sans"/>
                <a:cs typeface="Nimbus Sans"/>
              </a:defRPr>
            </a:lvl4pPr>
            <a:lvl5pPr algn="l">
              <a:buNone/>
              <a:defRPr sz="3525" b="1">
                <a:solidFill>
                  <a:srgbClr val="F6F1E7"/>
                </a:solidFill>
                <a:latin typeface="Nimbus Sans"/>
                <a:ea typeface="Nimbus Sans"/>
                <a:cs typeface="Nimbus Sans"/>
              </a:defRPr>
            </a:lvl5pPr>
            <a:lvl6pPr algn="l">
              <a:buNone/>
              <a:defRPr sz="3525" b="1">
                <a:solidFill>
                  <a:srgbClr val="F6F1E7"/>
                </a:solidFill>
                <a:latin typeface="Nimbus Sans"/>
                <a:ea typeface="Nimbus Sans"/>
                <a:cs typeface="Nimbus Sans"/>
              </a:defRPr>
            </a:lvl6pPr>
            <a:lvl7pPr algn="l">
              <a:buNone/>
              <a:defRPr sz="3525" b="1">
                <a:solidFill>
                  <a:srgbClr val="F6F1E7"/>
                </a:solidFill>
                <a:latin typeface="Nimbus Sans"/>
                <a:ea typeface="Nimbus Sans"/>
                <a:cs typeface="Nimbus Sans"/>
              </a:defRPr>
            </a:lvl7pPr>
            <a:lvl8pPr algn="l">
              <a:buNone/>
              <a:defRPr sz="3525" b="1">
                <a:solidFill>
                  <a:srgbClr val="F6F1E7"/>
                </a:solidFill>
                <a:latin typeface="Nimbus Sans"/>
                <a:ea typeface="Nimbus Sans"/>
                <a:cs typeface="Nimbus Sans"/>
              </a:defRPr>
            </a:lvl8pPr>
            <a:lvl9pPr algn="l">
              <a:buNone/>
              <a:defRPr sz="3525" b="1">
                <a:solidFill>
                  <a:srgbClr val="F6F1E7"/>
                </a:solidFill>
                <a:latin typeface="Nimbus Sans"/>
                <a:ea typeface="Nimbus Sans"/>
                <a:cs typeface="Nimbus Sans"/>
              </a:defRPr>
            </a:lvl9pPr>
          </a:lstStyle>
          <a:p xmlns:a="http://schemas.openxmlformats.org/drawingml/2006/main">
            <a:pPr algn="l">
              <a:buNone/>
              <a:defRPr sz="3525" b="1">
                <a:solidFill>
                  <a:srgbClr val="F6F1E7"/>
                </a:solidFill>
                <a:latin typeface="Nimbus Sans"/>
                <a:ea typeface="Nimbus Sans"/>
                <a:cs typeface="Nimbus Sans"/>
              </a:defRPr>
            </a:pPr>
            <a:r>
              <a:rPr sz="3525" b="1">
                <a:solidFill>
                  <a:srgbClr val="F6F1E7"/>
                </a:solidFill>
                <a:latin typeface="Nimbus Sans"/>
                <a:ea typeface="Nimbus Sans"/>
                <a:cs typeface="Nimbus Sans"/>
              </a:rPr>
              <a:t>$10 toward a bike</a:t>
            </a:r>
          </a:p>
        </p:txBody>
      </p:sp>
      <p:sp>
        <p:nvSpPr>
          <p:cNvPr id="6" name="right-price">
            <a:extLst xmlns:a="http://schemas.openxmlformats.org/drawingml/2006/main">
              <a:ext uri="{FF2B5EF4-FFF2-40B4-BE49-F238E27FC236}">
                <a16:creationId xmlns:a16="http://schemas.microsoft.com/office/drawing/2014/main" id="{3462EC0D-6697-4056-9A6B-66AE16F03BD8}"/>
              </a:ext>
            </a:extLst>
          </p:cNvPr>
          <p:cNvSpPr>
            <a:spLocks xmlns:a="http://schemas.openxmlformats.org/drawingml/2006/main" noGrp="1"/>
          </p:cNvSpPr>
          <p:nvPr/>
        </p:nvSpPr>
        <p:spPr>
          <a:xfrm xmlns:a="http://schemas.openxmlformats.org/drawingml/2006/main">
            <a:off x="6572250" y="3009900"/>
            <a:ext cx="447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700" b="1">
                <a:solidFill>
                  <a:srgbClr val="E6B84C"/>
                </a:solidFill>
                <a:latin typeface="Nimbus Sans"/>
                <a:ea typeface="Nimbus Sans"/>
                <a:cs typeface="Nimbus Sans"/>
              </a:defRPr>
            </a:defPPr>
            <a:lvl1pPr algn="l">
              <a:buNone/>
              <a:defRPr sz="5700" b="1">
                <a:solidFill>
                  <a:srgbClr val="E6B84C"/>
                </a:solidFill>
                <a:latin typeface="Nimbus Sans"/>
                <a:ea typeface="Nimbus Sans"/>
                <a:cs typeface="Nimbus Sans"/>
              </a:defRPr>
            </a:lvl1pPr>
            <a:lvl2pPr algn="l">
              <a:buNone/>
              <a:defRPr sz="5700" b="1">
                <a:solidFill>
                  <a:srgbClr val="E6B84C"/>
                </a:solidFill>
                <a:latin typeface="Nimbus Sans"/>
                <a:ea typeface="Nimbus Sans"/>
                <a:cs typeface="Nimbus Sans"/>
              </a:defRPr>
            </a:lvl2pPr>
            <a:lvl3pPr algn="l">
              <a:buNone/>
              <a:defRPr sz="5700" b="1">
                <a:solidFill>
                  <a:srgbClr val="E6B84C"/>
                </a:solidFill>
                <a:latin typeface="Nimbus Sans"/>
                <a:ea typeface="Nimbus Sans"/>
                <a:cs typeface="Nimbus Sans"/>
              </a:defRPr>
            </a:lvl3pPr>
            <a:lvl4pPr algn="l">
              <a:buNone/>
              <a:defRPr sz="5700" b="1">
                <a:solidFill>
                  <a:srgbClr val="E6B84C"/>
                </a:solidFill>
                <a:latin typeface="Nimbus Sans"/>
                <a:ea typeface="Nimbus Sans"/>
                <a:cs typeface="Nimbus Sans"/>
              </a:defRPr>
            </a:lvl4pPr>
            <a:lvl5pPr algn="l">
              <a:buNone/>
              <a:defRPr sz="5700" b="1">
                <a:solidFill>
                  <a:srgbClr val="E6B84C"/>
                </a:solidFill>
                <a:latin typeface="Nimbus Sans"/>
                <a:ea typeface="Nimbus Sans"/>
                <a:cs typeface="Nimbus Sans"/>
              </a:defRPr>
            </a:lvl5pPr>
            <a:lvl6pPr algn="l">
              <a:buNone/>
              <a:defRPr sz="5700" b="1">
                <a:solidFill>
                  <a:srgbClr val="E6B84C"/>
                </a:solidFill>
                <a:latin typeface="Nimbus Sans"/>
                <a:ea typeface="Nimbus Sans"/>
                <a:cs typeface="Nimbus Sans"/>
              </a:defRPr>
            </a:lvl6pPr>
            <a:lvl7pPr algn="l">
              <a:buNone/>
              <a:defRPr sz="5700" b="1">
                <a:solidFill>
                  <a:srgbClr val="E6B84C"/>
                </a:solidFill>
                <a:latin typeface="Nimbus Sans"/>
                <a:ea typeface="Nimbus Sans"/>
                <a:cs typeface="Nimbus Sans"/>
              </a:defRPr>
            </a:lvl7pPr>
            <a:lvl8pPr algn="l">
              <a:buNone/>
              <a:defRPr sz="5700" b="1">
                <a:solidFill>
                  <a:srgbClr val="E6B84C"/>
                </a:solidFill>
                <a:latin typeface="Nimbus Sans"/>
                <a:ea typeface="Nimbus Sans"/>
                <a:cs typeface="Nimbus Sans"/>
              </a:defRPr>
            </a:lvl8pPr>
            <a:lvl9pPr algn="l">
              <a:buNone/>
              <a:defRPr sz="5700" b="1">
                <a:solidFill>
                  <a:srgbClr val="E6B84C"/>
                </a:solidFill>
                <a:latin typeface="Nimbus Sans"/>
                <a:ea typeface="Nimbus Sans"/>
                <a:cs typeface="Nimbus Sans"/>
              </a:defRPr>
            </a:lvl9pPr>
          </a:lstStyle>
          <a:p xmlns:a="http://schemas.openxmlformats.org/drawingml/2006/main">
            <a:pPr algn="l">
              <a:buNone/>
              <a:defRPr sz="5700" b="1">
                <a:solidFill>
                  <a:srgbClr val="E6B84C"/>
                </a:solidFill>
                <a:latin typeface="Nimbus Sans"/>
                <a:ea typeface="Nimbus Sans"/>
                <a:cs typeface="Nimbus Sans"/>
              </a:defRPr>
            </a:pPr>
            <a:r>
              <a:rPr sz="5700" b="1">
                <a:solidFill>
                  <a:srgbClr val="E6B84C"/>
                </a:solidFill>
                <a:latin typeface="Nimbus Sans"/>
                <a:ea typeface="Nimbus Sans"/>
                <a:cs typeface="Nimbus Sans"/>
              </a:rPr>
              <a:t>Later</a:t>
            </a:r>
          </a:p>
        </p:txBody>
      </p:sp>
      <p:sp>
        <p:nvSpPr>
          <p:cNvPr id="7" name="takeaway">
            <a:extLst xmlns:a="http://schemas.openxmlformats.org/drawingml/2006/main">
              <a:ext uri="{FF2B5EF4-FFF2-40B4-BE49-F238E27FC236}">
                <a16:creationId xmlns:a16="http://schemas.microsoft.com/office/drawing/2014/main" id="{D82DB5AB-5B82-433E-BEEC-0CC7584D694E}"/>
              </a:ext>
            </a:extLst>
          </p:cNvPr>
          <p:cNvSpPr>
            <a:spLocks xmlns:a="http://schemas.openxmlformats.org/drawingml/2006/main" noGrp="1"/>
          </p:cNvSpPr>
          <p:nvPr/>
        </p:nvSpPr>
        <p:spPr>
          <a:xfrm xmlns:a="http://schemas.openxmlformats.org/drawingml/2006/main">
            <a:off x="685800" y="50101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a:solidFill>
                  <a:srgbClr val="F6F1E7"/>
                </a:solidFill>
                <a:latin typeface="Nimbus Sans"/>
                <a:ea typeface="Nimbus Sans"/>
                <a:cs typeface="Nimbus Sans"/>
              </a:defRPr>
            </a:defPPr>
            <a:lvl1pPr algn="l">
              <a:buNone/>
              <a:defRPr sz="3150" b="0">
                <a:solidFill>
                  <a:srgbClr val="F6F1E7"/>
                </a:solidFill>
                <a:latin typeface="Nimbus Sans"/>
                <a:ea typeface="Nimbus Sans"/>
                <a:cs typeface="Nimbus Sans"/>
              </a:defRPr>
            </a:lvl1pPr>
            <a:lvl2pPr algn="l">
              <a:buNone/>
              <a:defRPr sz="3150" b="0">
                <a:solidFill>
                  <a:srgbClr val="F6F1E7"/>
                </a:solidFill>
                <a:latin typeface="Nimbus Sans"/>
                <a:ea typeface="Nimbus Sans"/>
                <a:cs typeface="Nimbus Sans"/>
              </a:defRPr>
            </a:lvl2pPr>
            <a:lvl3pPr algn="l">
              <a:buNone/>
              <a:defRPr sz="3150" b="0">
                <a:solidFill>
                  <a:srgbClr val="F6F1E7"/>
                </a:solidFill>
                <a:latin typeface="Nimbus Sans"/>
                <a:ea typeface="Nimbus Sans"/>
                <a:cs typeface="Nimbus Sans"/>
              </a:defRPr>
            </a:lvl3pPr>
            <a:lvl4pPr algn="l">
              <a:buNone/>
              <a:defRPr sz="3150" b="0">
                <a:solidFill>
                  <a:srgbClr val="F6F1E7"/>
                </a:solidFill>
                <a:latin typeface="Nimbus Sans"/>
                <a:ea typeface="Nimbus Sans"/>
                <a:cs typeface="Nimbus Sans"/>
              </a:defRPr>
            </a:lvl4pPr>
            <a:lvl5pPr algn="l">
              <a:buNone/>
              <a:defRPr sz="3150" b="0">
                <a:solidFill>
                  <a:srgbClr val="F6F1E7"/>
                </a:solidFill>
                <a:latin typeface="Nimbus Sans"/>
                <a:ea typeface="Nimbus Sans"/>
                <a:cs typeface="Nimbus Sans"/>
              </a:defRPr>
            </a:lvl5pPr>
            <a:lvl6pPr algn="l">
              <a:buNone/>
              <a:defRPr sz="3150" b="0">
                <a:solidFill>
                  <a:srgbClr val="F6F1E7"/>
                </a:solidFill>
                <a:latin typeface="Nimbus Sans"/>
                <a:ea typeface="Nimbus Sans"/>
                <a:cs typeface="Nimbus Sans"/>
              </a:defRPr>
            </a:lvl6pPr>
            <a:lvl7pPr algn="l">
              <a:buNone/>
              <a:defRPr sz="3150" b="0">
                <a:solidFill>
                  <a:srgbClr val="F6F1E7"/>
                </a:solidFill>
                <a:latin typeface="Nimbus Sans"/>
                <a:ea typeface="Nimbus Sans"/>
                <a:cs typeface="Nimbus Sans"/>
              </a:defRPr>
            </a:lvl7pPr>
            <a:lvl8pPr algn="l">
              <a:buNone/>
              <a:defRPr sz="3150" b="0">
                <a:solidFill>
                  <a:srgbClr val="F6F1E7"/>
                </a:solidFill>
                <a:latin typeface="Nimbus Sans"/>
                <a:ea typeface="Nimbus Sans"/>
                <a:cs typeface="Nimbus Sans"/>
              </a:defRPr>
            </a:lvl8pPr>
            <a:lvl9pPr algn="l">
              <a:buNone/>
              <a:defRPr sz="3150" b="0">
                <a:solidFill>
                  <a:srgbClr val="F6F1E7"/>
                </a:solidFill>
                <a:latin typeface="Nimbus Sans"/>
                <a:ea typeface="Nimbus Sans"/>
                <a:cs typeface="Nimbus Sans"/>
              </a:defRPr>
            </a:lvl9pPr>
          </a:lstStyle>
          <a:p xmlns:a="http://schemas.openxmlformats.org/drawingml/2006/main">
            <a:pPr algn="l">
              <a:buNone/>
              <a:defRPr sz="3150" b="0">
                <a:solidFill>
                  <a:srgbClr val="F6F1E7"/>
                </a:solidFill>
                <a:latin typeface="Nimbus Sans"/>
                <a:ea typeface="Nimbus Sans"/>
                <a:cs typeface="Nimbus Sans"/>
              </a:defRPr>
            </a:pPr>
            <a:r>
              <a:rPr sz="3150" b="0">
                <a:solidFill>
                  <a:srgbClr val="F6F1E7"/>
                </a:solidFill>
                <a:latin typeface="Nimbus Sans"/>
                <a:ea typeface="Nimbus Sans"/>
                <a:cs typeface="Nimbus Sans"/>
              </a:rPr>
              <a:t>If you choose one, what do you give up?</a:t>
            </a:r>
          </a:p>
        </p:txBody>
      </p:sp>
    </p:spTree>
    <p:extLst>
      <p:ext uri="{BB962C8B-B14F-4D97-AF65-F5344CB8AC3E}">
        <p14:creationId xmlns:p14="http://schemas.microsoft.com/office/powerpoint/2010/main" val="1548776468"/>
      </p:ext>
    </p:extLst>
  </p:cSld>
</p:sld>
</file>

<file path=ppt/slides/slide7.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AC5AB4EA-D96D-4043-A10A-3E0F7EFAD282}"/>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defRPr sz="3900" b="1">
                <a:solidFill>
                  <a:srgbClr val="173D35"/>
                </a:solidFill>
                <a:latin typeface="Nimbus Sans"/>
                <a:ea typeface="Nimbus Sans"/>
                <a:cs typeface="Nimbus Sans"/>
              </a:defRPr>
            </a:lvl1pPr>
            <a:lvl2pPr algn="l">
              <a:defRPr sz="3900" b="1">
                <a:solidFill>
                  <a:srgbClr val="173D35"/>
                </a:solidFill>
                <a:latin typeface="Nimbus Sans"/>
                <a:ea typeface="Nimbus Sans"/>
                <a:cs typeface="Nimbus Sans"/>
              </a:defRPr>
            </a:lvl2pPr>
            <a:lvl3pPr algn="l">
              <a:defRPr sz="3900" b="1">
                <a:solidFill>
                  <a:srgbClr val="173D35"/>
                </a:solidFill>
                <a:latin typeface="Nimbus Sans"/>
                <a:ea typeface="Nimbus Sans"/>
                <a:cs typeface="Nimbus Sans"/>
              </a:defRPr>
            </a:lvl3pPr>
            <a:lvl4pPr algn="l">
              <a:defRPr sz="3900" b="1">
                <a:solidFill>
                  <a:srgbClr val="173D35"/>
                </a:solidFill>
                <a:latin typeface="Nimbus Sans"/>
                <a:ea typeface="Nimbus Sans"/>
                <a:cs typeface="Nimbus Sans"/>
              </a:defRPr>
            </a:lvl4pPr>
            <a:lvl5pPr algn="l">
              <a:defRPr sz="3900" b="1">
                <a:solidFill>
                  <a:srgbClr val="173D35"/>
                </a:solidFill>
                <a:latin typeface="Nimbus Sans"/>
                <a:ea typeface="Nimbus Sans"/>
                <a:cs typeface="Nimbus Sans"/>
              </a:defRPr>
            </a:lvl5pPr>
            <a:lvl6pPr algn="l">
              <a:defRPr sz="3900" b="1">
                <a:solidFill>
                  <a:srgbClr val="173D35"/>
                </a:solidFill>
                <a:latin typeface="Nimbus Sans"/>
                <a:ea typeface="Nimbus Sans"/>
                <a:cs typeface="Nimbus Sans"/>
              </a:defRPr>
            </a:lvl6pPr>
            <a:lvl7pPr algn="l">
              <a:defRPr sz="3900" b="1">
                <a:solidFill>
                  <a:srgbClr val="173D35"/>
                </a:solidFill>
                <a:latin typeface="Nimbus Sans"/>
                <a:ea typeface="Nimbus Sans"/>
                <a:cs typeface="Nimbus Sans"/>
              </a:defRPr>
            </a:lvl7pPr>
            <a:lvl8pPr algn="l">
              <a:defRPr sz="3900" b="1">
                <a:solidFill>
                  <a:srgbClr val="173D35"/>
                </a:solidFill>
                <a:latin typeface="Nimbus Sans"/>
                <a:ea typeface="Nimbus Sans"/>
                <a:cs typeface="Nimbus Sans"/>
              </a:defRPr>
            </a:lvl8pPr>
            <a:lvl9pPr algn="l">
              <a:defRPr sz="3900" b="1">
                <a:solidFill>
                  <a:srgbClr val="173D35"/>
                </a:solidFill>
                <a:latin typeface="Nimbus Sans"/>
                <a:ea typeface="Nimbus Sans"/>
                <a:cs typeface="Nimbus Sans"/>
              </a:defRPr>
            </a:lvl9pPr>
          </a:lstStyle>
          <a:p xmlns:a="http://schemas.openxmlformats.org/drawingml/2006/main">
            <a:pPr algn="l">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One dollar each school day</a:t>
            </a:r>
          </a:p>
        </p:txBody>
      </p:sp>
      <p:sp>
        <p:nvSpPr>
          <p:cNvPr id="2" name="daily">
            <a:extLst xmlns:a="http://schemas.openxmlformats.org/drawingml/2006/main">
              <a:ext uri="{FF2B5EF4-FFF2-40B4-BE49-F238E27FC236}">
                <a16:creationId xmlns:a16="http://schemas.microsoft.com/office/drawing/2014/main" id="{3809374B-64AD-4773-9A90-2B61471C1715}"/>
              </a:ext>
            </a:extLst>
          </p:cNvPr>
          <p:cNvSpPr>
            <a:spLocks xmlns:a="http://schemas.openxmlformats.org/drawingml/2006/main" noGrp="1"/>
          </p:cNvSpPr>
          <p:nvPr/>
        </p:nvSpPr>
        <p:spPr>
          <a:xfrm xmlns:a="http://schemas.openxmlformats.org/drawingml/2006/main">
            <a:off x="685800" y="1981200"/>
            <a:ext cx="6096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0" b="1">
                <a:solidFill>
                  <a:srgbClr val="A3432C"/>
                </a:solidFill>
                <a:latin typeface="Nimbus Sans"/>
                <a:ea typeface="Nimbus Sans"/>
                <a:cs typeface="Nimbus Sans"/>
              </a:defRPr>
            </a:defPPr>
            <a:lvl1pPr algn="l">
              <a:defRPr sz="6750" b="1">
                <a:solidFill>
                  <a:srgbClr val="A3432C"/>
                </a:solidFill>
                <a:latin typeface="Nimbus Sans"/>
                <a:ea typeface="Nimbus Sans"/>
                <a:cs typeface="Nimbus Sans"/>
              </a:defRPr>
            </a:lvl1pPr>
            <a:lvl2pPr algn="l">
              <a:defRPr sz="6750" b="1">
                <a:solidFill>
                  <a:srgbClr val="A3432C"/>
                </a:solidFill>
                <a:latin typeface="Nimbus Sans"/>
                <a:ea typeface="Nimbus Sans"/>
                <a:cs typeface="Nimbus Sans"/>
              </a:defRPr>
            </a:lvl2pPr>
            <a:lvl3pPr algn="l">
              <a:defRPr sz="6750" b="1">
                <a:solidFill>
                  <a:srgbClr val="A3432C"/>
                </a:solidFill>
                <a:latin typeface="Nimbus Sans"/>
                <a:ea typeface="Nimbus Sans"/>
                <a:cs typeface="Nimbus Sans"/>
              </a:defRPr>
            </a:lvl3pPr>
            <a:lvl4pPr algn="l">
              <a:defRPr sz="6750" b="1">
                <a:solidFill>
                  <a:srgbClr val="A3432C"/>
                </a:solidFill>
                <a:latin typeface="Nimbus Sans"/>
                <a:ea typeface="Nimbus Sans"/>
                <a:cs typeface="Nimbus Sans"/>
              </a:defRPr>
            </a:lvl4pPr>
            <a:lvl5pPr algn="l">
              <a:defRPr sz="6750" b="1">
                <a:solidFill>
                  <a:srgbClr val="A3432C"/>
                </a:solidFill>
                <a:latin typeface="Nimbus Sans"/>
                <a:ea typeface="Nimbus Sans"/>
                <a:cs typeface="Nimbus Sans"/>
              </a:defRPr>
            </a:lvl5pPr>
            <a:lvl6pPr algn="l">
              <a:defRPr sz="6750" b="1">
                <a:solidFill>
                  <a:srgbClr val="A3432C"/>
                </a:solidFill>
                <a:latin typeface="Nimbus Sans"/>
                <a:ea typeface="Nimbus Sans"/>
                <a:cs typeface="Nimbus Sans"/>
              </a:defRPr>
            </a:lvl6pPr>
            <a:lvl7pPr algn="l">
              <a:defRPr sz="6750" b="1">
                <a:solidFill>
                  <a:srgbClr val="A3432C"/>
                </a:solidFill>
                <a:latin typeface="Nimbus Sans"/>
                <a:ea typeface="Nimbus Sans"/>
                <a:cs typeface="Nimbus Sans"/>
              </a:defRPr>
            </a:lvl7pPr>
            <a:lvl8pPr algn="l">
              <a:defRPr sz="6750" b="1">
                <a:solidFill>
                  <a:srgbClr val="A3432C"/>
                </a:solidFill>
                <a:latin typeface="Nimbus Sans"/>
                <a:ea typeface="Nimbus Sans"/>
                <a:cs typeface="Nimbus Sans"/>
              </a:defRPr>
            </a:lvl8pPr>
            <a:lvl9pPr algn="l">
              <a:defRPr sz="6750" b="1">
                <a:solidFill>
                  <a:srgbClr val="A3432C"/>
                </a:solidFill>
                <a:latin typeface="Nimbus Sans"/>
                <a:ea typeface="Nimbus Sans"/>
                <a:cs typeface="Nimbus Sans"/>
              </a:defRPr>
            </a:lvl9pPr>
          </a:lstStyle>
          <a:p xmlns:a="http://schemas.openxmlformats.org/drawingml/2006/main">
            <a:pPr algn="l">
              <a:defRPr sz="6750" b="1">
                <a:solidFill>
                  <a:srgbClr val="A3432C"/>
                </a:solidFill>
                <a:latin typeface="Nimbus Sans"/>
                <a:ea typeface="Nimbus Sans"/>
                <a:cs typeface="Nimbus Sans"/>
              </a:defRPr>
            </a:pPr>
            <a:r>
              <a:rPr sz="6750" b="1">
                <a:solidFill>
                  <a:srgbClr val="A3432C"/>
                </a:solidFill>
                <a:latin typeface="Nimbus Sans"/>
                <a:ea typeface="Nimbus Sans"/>
                <a:cs typeface="Nimbus Sans"/>
              </a:rPr>
              <a:t>$1 a day</a:t>
            </a:r>
          </a:p>
        </p:txBody>
      </p:sp>
      <p:sp>
        <p:nvSpPr>
          <p:cNvPr id="3" name="week">
            <a:extLst xmlns:a="http://schemas.openxmlformats.org/drawingml/2006/main">
              <a:ext uri="{FF2B5EF4-FFF2-40B4-BE49-F238E27FC236}">
                <a16:creationId xmlns:a16="http://schemas.microsoft.com/office/drawing/2014/main" id="{61D80270-52E2-4AE1-99EA-56BD9FF9D936}"/>
              </a:ext>
            </a:extLst>
          </p:cNvPr>
          <p:cNvSpPr>
            <a:spLocks xmlns:a="http://schemas.openxmlformats.org/drawingml/2006/main" noGrp="1"/>
          </p:cNvSpPr>
          <p:nvPr/>
        </p:nvSpPr>
        <p:spPr>
          <a:xfrm xmlns:a="http://schemas.openxmlformats.org/drawingml/2006/main">
            <a:off x="685800" y="3381375"/>
            <a:ext cx="10477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a:solidFill>
                  <a:srgbClr val="173D35"/>
                </a:solidFill>
                <a:latin typeface="Nimbus Sans"/>
                <a:ea typeface="Nimbus Sans"/>
                <a:cs typeface="Nimbus Sans"/>
              </a:defRPr>
            </a:defPPr>
            <a:lvl1pPr algn="l">
              <a:defRPr sz="3150" b="0">
                <a:solidFill>
                  <a:srgbClr val="173D35"/>
                </a:solidFill>
                <a:latin typeface="Nimbus Sans"/>
                <a:ea typeface="Nimbus Sans"/>
                <a:cs typeface="Nimbus Sans"/>
              </a:defRPr>
            </a:lvl1pPr>
            <a:lvl2pPr algn="l">
              <a:defRPr sz="3150" b="0">
                <a:solidFill>
                  <a:srgbClr val="173D35"/>
                </a:solidFill>
                <a:latin typeface="Nimbus Sans"/>
                <a:ea typeface="Nimbus Sans"/>
                <a:cs typeface="Nimbus Sans"/>
              </a:defRPr>
            </a:lvl2pPr>
            <a:lvl3pPr algn="l">
              <a:defRPr sz="3150" b="0">
                <a:solidFill>
                  <a:srgbClr val="173D35"/>
                </a:solidFill>
                <a:latin typeface="Nimbus Sans"/>
                <a:ea typeface="Nimbus Sans"/>
                <a:cs typeface="Nimbus Sans"/>
              </a:defRPr>
            </a:lvl3pPr>
            <a:lvl4pPr algn="l">
              <a:defRPr sz="3150" b="0">
                <a:solidFill>
                  <a:srgbClr val="173D35"/>
                </a:solidFill>
                <a:latin typeface="Nimbus Sans"/>
                <a:ea typeface="Nimbus Sans"/>
                <a:cs typeface="Nimbus Sans"/>
              </a:defRPr>
            </a:lvl4pPr>
            <a:lvl5pPr algn="l">
              <a:defRPr sz="3150" b="0">
                <a:solidFill>
                  <a:srgbClr val="173D35"/>
                </a:solidFill>
                <a:latin typeface="Nimbus Sans"/>
                <a:ea typeface="Nimbus Sans"/>
                <a:cs typeface="Nimbus Sans"/>
              </a:defRPr>
            </a:lvl5pPr>
            <a:lvl6pPr algn="l">
              <a:defRPr sz="3150" b="0">
                <a:solidFill>
                  <a:srgbClr val="173D35"/>
                </a:solidFill>
                <a:latin typeface="Nimbus Sans"/>
                <a:ea typeface="Nimbus Sans"/>
                <a:cs typeface="Nimbus Sans"/>
              </a:defRPr>
            </a:lvl6pPr>
            <a:lvl7pPr algn="l">
              <a:defRPr sz="3150" b="0">
                <a:solidFill>
                  <a:srgbClr val="173D35"/>
                </a:solidFill>
                <a:latin typeface="Nimbus Sans"/>
                <a:ea typeface="Nimbus Sans"/>
                <a:cs typeface="Nimbus Sans"/>
              </a:defRPr>
            </a:lvl7pPr>
            <a:lvl8pPr algn="l">
              <a:defRPr sz="3150" b="0">
                <a:solidFill>
                  <a:srgbClr val="173D35"/>
                </a:solidFill>
                <a:latin typeface="Nimbus Sans"/>
                <a:ea typeface="Nimbus Sans"/>
                <a:cs typeface="Nimbus Sans"/>
              </a:defRPr>
            </a:lvl8pPr>
            <a:lvl9pPr algn="l">
              <a:defRPr sz="3150" b="0">
                <a:solidFill>
                  <a:srgbClr val="173D35"/>
                </a:solidFill>
                <a:latin typeface="Nimbus Sans"/>
                <a:ea typeface="Nimbus Sans"/>
                <a:cs typeface="Nimbus Sans"/>
              </a:defRPr>
            </a:lvl9pPr>
          </a:lstStyle>
          <a:p xmlns:a="http://schemas.openxmlformats.org/drawingml/2006/main">
            <a:pPr algn="l">
              <a:defRPr sz="3150" b="0">
                <a:solidFill>
                  <a:srgbClr val="173D35"/>
                </a:solidFill>
                <a:latin typeface="Nimbus Sans"/>
                <a:ea typeface="Nimbus Sans"/>
                <a:cs typeface="Nimbus Sans"/>
              </a:defRPr>
            </a:pPr>
            <a:r>
              <a:rPr sz="3150" b="0">
                <a:solidFill>
                  <a:srgbClr val="173D35"/>
                </a:solidFill>
                <a:latin typeface="Nimbus Sans"/>
                <a:ea typeface="Nimbus Sans"/>
                <a:cs typeface="Nimbus Sans"/>
              </a:rPr>
              <a:t>5 school days each week</a:t>
            </a:r>
          </a:p>
        </p:txBody>
      </p:sp>
      <p:sp>
        <p:nvSpPr>
          <p:cNvPr id="4" name="question">
            <a:extLst xmlns:a="http://schemas.openxmlformats.org/drawingml/2006/main">
              <a:ext uri="{FF2B5EF4-FFF2-40B4-BE49-F238E27FC236}">
                <a16:creationId xmlns:a16="http://schemas.microsoft.com/office/drawing/2014/main" id="{70921D66-7827-4AB6-B09A-645DC97EBC01}"/>
              </a:ext>
            </a:extLst>
          </p:cNvPr>
          <p:cNvSpPr>
            <a:spLocks xmlns:a="http://schemas.openxmlformats.org/drawingml/2006/main" noGrp="1"/>
          </p:cNvSpPr>
          <p:nvPr/>
        </p:nvSpPr>
        <p:spPr>
          <a:xfrm xmlns:a="http://schemas.openxmlformats.org/drawingml/2006/main">
            <a:off x="685800" y="4657725"/>
            <a:ext cx="10572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173D35"/>
                </a:solidFill>
                <a:latin typeface="Nimbus Sans"/>
                <a:ea typeface="Nimbus Sans"/>
                <a:cs typeface="Nimbus Sans"/>
              </a:defRPr>
            </a:defPPr>
            <a:lvl1pPr algn="l">
              <a:defRPr sz="3525" b="1">
                <a:solidFill>
                  <a:srgbClr val="173D35"/>
                </a:solidFill>
                <a:latin typeface="Nimbus Sans"/>
                <a:ea typeface="Nimbus Sans"/>
                <a:cs typeface="Nimbus Sans"/>
              </a:defRPr>
            </a:lvl1pPr>
            <a:lvl2pPr algn="l">
              <a:defRPr sz="3525" b="1">
                <a:solidFill>
                  <a:srgbClr val="173D35"/>
                </a:solidFill>
                <a:latin typeface="Nimbus Sans"/>
                <a:ea typeface="Nimbus Sans"/>
                <a:cs typeface="Nimbus Sans"/>
              </a:defRPr>
            </a:lvl2pPr>
            <a:lvl3pPr algn="l">
              <a:defRPr sz="3525" b="1">
                <a:solidFill>
                  <a:srgbClr val="173D35"/>
                </a:solidFill>
                <a:latin typeface="Nimbus Sans"/>
                <a:ea typeface="Nimbus Sans"/>
                <a:cs typeface="Nimbus Sans"/>
              </a:defRPr>
            </a:lvl3pPr>
            <a:lvl4pPr algn="l">
              <a:defRPr sz="3525" b="1">
                <a:solidFill>
                  <a:srgbClr val="173D35"/>
                </a:solidFill>
                <a:latin typeface="Nimbus Sans"/>
                <a:ea typeface="Nimbus Sans"/>
                <a:cs typeface="Nimbus Sans"/>
              </a:defRPr>
            </a:lvl4pPr>
            <a:lvl5pPr algn="l">
              <a:defRPr sz="3525" b="1">
                <a:solidFill>
                  <a:srgbClr val="173D35"/>
                </a:solidFill>
                <a:latin typeface="Nimbus Sans"/>
                <a:ea typeface="Nimbus Sans"/>
                <a:cs typeface="Nimbus Sans"/>
              </a:defRPr>
            </a:lvl5pPr>
            <a:lvl6pPr algn="l">
              <a:defRPr sz="3525" b="1">
                <a:solidFill>
                  <a:srgbClr val="173D35"/>
                </a:solidFill>
                <a:latin typeface="Nimbus Sans"/>
                <a:ea typeface="Nimbus Sans"/>
                <a:cs typeface="Nimbus Sans"/>
              </a:defRPr>
            </a:lvl6pPr>
            <a:lvl7pPr algn="l">
              <a:defRPr sz="3525" b="1">
                <a:solidFill>
                  <a:srgbClr val="173D35"/>
                </a:solidFill>
                <a:latin typeface="Nimbus Sans"/>
                <a:ea typeface="Nimbus Sans"/>
                <a:cs typeface="Nimbus Sans"/>
              </a:defRPr>
            </a:lvl7pPr>
            <a:lvl8pPr algn="l">
              <a:defRPr sz="3525" b="1">
                <a:solidFill>
                  <a:srgbClr val="173D35"/>
                </a:solidFill>
                <a:latin typeface="Nimbus Sans"/>
                <a:ea typeface="Nimbus Sans"/>
                <a:cs typeface="Nimbus Sans"/>
              </a:defRPr>
            </a:lvl8pPr>
            <a:lvl9pPr algn="l">
              <a:defRPr sz="3525" b="1">
                <a:solidFill>
                  <a:srgbClr val="173D35"/>
                </a:solidFill>
                <a:latin typeface="Nimbus Sans"/>
                <a:ea typeface="Nimbus Sans"/>
                <a:cs typeface="Nimbus Sans"/>
              </a:defRPr>
            </a:lvl9pPr>
          </a:lstStyle>
          <a:p xmlns:a="http://schemas.openxmlformats.org/drawingml/2006/main">
            <a:pPr algn="l">
              <a:defRPr sz="3525" b="1">
                <a:solidFill>
                  <a:srgbClr val="173D35"/>
                </a:solidFill>
                <a:latin typeface="Nimbus Sans"/>
                <a:ea typeface="Nimbus Sans"/>
                <a:cs typeface="Nimbus Sans"/>
              </a:defRPr>
            </a:pPr>
            <a:r>
              <a:rPr sz="3525" b="1">
                <a:solidFill>
                  <a:srgbClr val="173D35"/>
                </a:solidFill>
                <a:latin typeface="Nimbus Sans"/>
                <a:ea typeface="Nimbus Sans"/>
                <a:cs typeface="Nimbus Sans"/>
              </a:rPr>
              <a:t>How much would that be</a:t>
            </a:r>
          </a:p>
          <a:p xmlns:a="http://schemas.openxmlformats.org/drawingml/2006/main">
            <a:pPr algn="l">
              <a:defRPr sz="3525" b="1">
                <a:solidFill>
                  <a:srgbClr val="173D35"/>
                </a:solidFill>
                <a:latin typeface="Nimbus Sans"/>
                <a:ea typeface="Nimbus Sans"/>
                <a:cs typeface="Nimbus Sans"/>
              </a:defRPr>
            </a:pPr>
            <a:r>
              <a:rPr sz="3525" b="1">
                <a:solidFill>
                  <a:srgbClr val="173D35"/>
                </a:solidFill>
                <a:latin typeface="Nimbus Sans"/>
                <a:ea typeface="Nimbus Sans"/>
                <a:cs typeface="Nimbus Sans"/>
              </a:rPr>
              <a:t>over 4 school weeks?</a:t>
            </a:r>
          </a:p>
        </p:txBody>
      </p:sp>
      <p:sp>
        <p:nvSpPr>
          <p:cNvPr id="5" name="page-number">
            <a:extLst xmlns:a="http://schemas.openxmlformats.org/drawingml/2006/main">
              <a:ext uri="{FF2B5EF4-FFF2-40B4-BE49-F238E27FC236}">
                <a16:creationId xmlns:a16="http://schemas.microsoft.com/office/drawing/2014/main" id="{A9AD4F6A-CA4B-4E27-9F8B-88EA21C179BA}"/>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defRPr sz="1500" b="0">
                <a:solidFill>
                  <a:srgbClr val="55655E"/>
                </a:solidFill>
                <a:latin typeface="Nimbus Sans"/>
                <a:ea typeface="Nimbus Sans"/>
                <a:cs typeface="Nimbus Sans"/>
              </a:defRPr>
            </a:lvl1pPr>
            <a:lvl2pPr algn="r">
              <a:defRPr sz="1500" b="0">
                <a:solidFill>
                  <a:srgbClr val="55655E"/>
                </a:solidFill>
                <a:latin typeface="Nimbus Sans"/>
                <a:ea typeface="Nimbus Sans"/>
                <a:cs typeface="Nimbus Sans"/>
              </a:defRPr>
            </a:lvl2pPr>
            <a:lvl3pPr algn="r">
              <a:defRPr sz="1500" b="0">
                <a:solidFill>
                  <a:srgbClr val="55655E"/>
                </a:solidFill>
                <a:latin typeface="Nimbus Sans"/>
                <a:ea typeface="Nimbus Sans"/>
                <a:cs typeface="Nimbus Sans"/>
              </a:defRPr>
            </a:lvl3pPr>
            <a:lvl4pPr algn="r">
              <a:defRPr sz="1500" b="0">
                <a:solidFill>
                  <a:srgbClr val="55655E"/>
                </a:solidFill>
                <a:latin typeface="Nimbus Sans"/>
                <a:ea typeface="Nimbus Sans"/>
                <a:cs typeface="Nimbus Sans"/>
              </a:defRPr>
            </a:lvl4pPr>
            <a:lvl5pPr algn="r">
              <a:defRPr sz="1500" b="0">
                <a:solidFill>
                  <a:srgbClr val="55655E"/>
                </a:solidFill>
                <a:latin typeface="Nimbus Sans"/>
                <a:ea typeface="Nimbus Sans"/>
                <a:cs typeface="Nimbus Sans"/>
              </a:defRPr>
            </a:lvl5pPr>
            <a:lvl6pPr algn="r">
              <a:defRPr sz="1500" b="0">
                <a:solidFill>
                  <a:srgbClr val="55655E"/>
                </a:solidFill>
                <a:latin typeface="Nimbus Sans"/>
                <a:ea typeface="Nimbus Sans"/>
                <a:cs typeface="Nimbus Sans"/>
              </a:defRPr>
            </a:lvl6pPr>
            <a:lvl7pPr algn="r">
              <a:defRPr sz="1500" b="0">
                <a:solidFill>
                  <a:srgbClr val="55655E"/>
                </a:solidFill>
                <a:latin typeface="Nimbus Sans"/>
                <a:ea typeface="Nimbus Sans"/>
                <a:cs typeface="Nimbus Sans"/>
              </a:defRPr>
            </a:lvl7pPr>
            <a:lvl8pPr algn="r">
              <a:defRPr sz="1500" b="0">
                <a:solidFill>
                  <a:srgbClr val="55655E"/>
                </a:solidFill>
                <a:latin typeface="Nimbus Sans"/>
                <a:ea typeface="Nimbus Sans"/>
                <a:cs typeface="Nimbus Sans"/>
              </a:defRPr>
            </a:lvl8pPr>
            <a:lvl9pPr algn="r">
              <a:defRPr sz="1500" b="0">
                <a:solidFill>
                  <a:srgbClr val="55655E"/>
                </a:solidFill>
                <a:latin typeface="Nimbus Sans"/>
                <a:ea typeface="Nimbus Sans"/>
                <a:cs typeface="Nimbus Sans"/>
              </a:defRPr>
            </a:lvl9pPr>
          </a:lstStyle>
          <a:p xmlns:a="http://schemas.openxmlformats.org/drawingml/2006/main">
            <a:pPr algn="r">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07</a:t>
            </a:r>
          </a:p>
        </p:txBody>
      </p:sp>
    </p:spTree>
    <p:extLst>
      <p:ext uri="{BB962C8B-B14F-4D97-AF65-F5344CB8AC3E}">
        <p14:creationId xmlns:p14="http://schemas.microsoft.com/office/powerpoint/2010/main" val="1211382505"/>
      </p:ext>
    </p:extLst>
  </p:cSld>
</p:sld>
</file>

<file path=ppt/slides/slide8.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8" name="headline">
            <a:extLst xmlns:a="http://schemas.openxmlformats.org/drawingml/2006/main">
              <a:ext uri="{FF2B5EF4-FFF2-40B4-BE49-F238E27FC236}">
                <a16:creationId xmlns:a16="http://schemas.microsoft.com/office/drawing/2014/main" id="{43375BB2-E6CD-4FEF-984C-394FA3E742A3}"/>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buNone/>
              <a:defRPr sz="3900" b="1">
                <a:solidFill>
                  <a:srgbClr val="173D35"/>
                </a:solidFill>
                <a:latin typeface="Nimbus Sans"/>
                <a:ea typeface="Nimbus Sans"/>
                <a:cs typeface="Nimbus Sans"/>
              </a:defRPr>
            </a:lvl1pPr>
            <a:lvl2pPr algn="l">
              <a:buNone/>
              <a:defRPr sz="3900" b="1">
                <a:solidFill>
                  <a:srgbClr val="173D35"/>
                </a:solidFill>
                <a:latin typeface="Nimbus Sans"/>
                <a:ea typeface="Nimbus Sans"/>
                <a:cs typeface="Nimbus Sans"/>
              </a:defRPr>
            </a:lvl2pPr>
            <a:lvl3pPr algn="l">
              <a:buNone/>
              <a:defRPr sz="3900" b="1">
                <a:solidFill>
                  <a:srgbClr val="173D35"/>
                </a:solidFill>
                <a:latin typeface="Nimbus Sans"/>
                <a:ea typeface="Nimbus Sans"/>
                <a:cs typeface="Nimbus Sans"/>
              </a:defRPr>
            </a:lvl3pPr>
            <a:lvl4pPr algn="l">
              <a:buNone/>
              <a:defRPr sz="3900" b="1">
                <a:solidFill>
                  <a:srgbClr val="173D35"/>
                </a:solidFill>
                <a:latin typeface="Nimbus Sans"/>
                <a:ea typeface="Nimbus Sans"/>
                <a:cs typeface="Nimbus Sans"/>
              </a:defRPr>
            </a:lvl4pPr>
            <a:lvl5pPr algn="l">
              <a:buNone/>
              <a:defRPr sz="3900" b="1">
                <a:solidFill>
                  <a:srgbClr val="173D35"/>
                </a:solidFill>
                <a:latin typeface="Nimbus Sans"/>
                <a:ea typeface="Nimbus Sans"/>
                <a:cs typeface="Nimbus Sans"/>
              </a:defRPr>
            </a:lvl5pPr>
            <a:lvl6pPr algn="l">
              <a:buNone/>
              <a:defRPr sz="3900" b="1">
                <a:solidFill>
                  <a:srgbClr val="173D35"/>
                </a:solidFill>
                <a:latin typeface="Nimbus Sans"/>
                <a:ea typeface="Nimbus Sans"/>
                <a:cs typeface="Nimbus Sans"/>
              </a:defRPr>
            </a:lvl6pPr>
            <a:lvl7pPr algn="l">
              <a:buNone/>
              <a:defRPr sz="3900" b="1">
                <a:solidFill>
                  <a:srgbClr val="173D35"/>
                </a:solidFill>
                <a:latin typeface="Nimbus Sans"/>
                <a:ea typeface="Nimbus Sans"/>
                <a:cs typeface="Nimbus Sans"/>
              </a:defRPr>
            </a:lvl7pPr>
            <a:lvl8pPr algn="l">
              <a:buNone/>
              <a:defRPr sz="3900" b="1">
                <a:solidFill>
                  <a:srgbClr val="173D35"/>
                </a:solidFill>
                <a:latin typeface="Nimbus Sans"/>
                <a:ea typeface="Nimbus Sans"/>
                <a:cs typeface="Nimbus Sans"/>
              </a:defRPr>
            </a:lvl8pPr>
            <a:lvl9pPr algn="l">
              <a:buNone/>
              <a:defRPr sz="3900" b="1">
                <a:solidFill>
                  <a:srgbClr val="173D35"/>
                </a:solidFill>
                <a:latin typeface="Nimbus Sans"/>
                <a:ea typeface="Nimbus Sans"/>
                <a:cs typeface="Nimbus Sans"/>
              </a:defRPr>
            </a:lvl9pPr>
          </a:lstStyle>
          <a:p xmlns:a="http://schemas.openxmlformats.org/drawingml/2006/main">
            <a:pPr algn="l">
              <a:buNone/>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A goal makes saving easier</a:t>
            </a:r>
          </a:p>
        </p:txBody>
      </p:sp>
      <p:sp>
        <p:nvSpPr>
          <p:cNvPr id="2" name="page-number">
            <a:extLst xmlns:a="http://schemas.openxmlformats.org/drawingml/2006/main">
              <a:ext uri="{FF2B5EF4-FFF2-40B4-BE49-F238E27FC236}">
                <a16:creationId xmlns:a16="http://schemas.microsoft.com/office/drawing/2014/main" id="{DC8CD0D1-A7BA-4195-9099-C02E2DA2779E}"/>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buNone/>
              <a:defRPr sz="1500" b="0">
                <a:solidFill>
                  <a:srgbClr val="55655E"/>
                </a:solidFill>
                <a:latin typeface="Nimbus Sans"/>
                <a:ea typeface="Nimbus Sans"/>
                <a:cs typeface="Nimbus Sans"/>
              </a:defRPr>
            </a:lvl1pPr>
            <a:lvl2pPr algn="r">
              <a:buNone/>
              <a:defRPr sz="1500" b="0">
                <a:solidFill>
                  <a:srgbClr val="55655E"/>
                </a:solidFill>
                <a:latin typeface="Nimbus Sans"/>
                <a:ea typeface="Nimbus Sans"/>
                <a:cs typeface="Nimbus Sans"/>
              </a:defRPr>
            </a:lvl2pPr>
            <a:lvl3pPr algn="r">
              <a:buNone/>
              <a:defRPr sz="1500" b="0">
                <a:solidFill>
                  <a:srgbClr val="55655E"/>
                </a:solidFill>
                <a:latin typeface="Nimbus Sans"/>
                <a:ea typeface="Nimbus Sans"/>
                <a:cs typeface="Nimbus Sans"/>
              </a:defRPr>
            </a:lvl3pPr>
            <a:lvl4pPr algn="r">
              <a:buNone/>
              <a:defRPr sz="1500" b="0">
                <a:solidFill>
                  <a:srgbClr val="55655E"/>
                </a:solidFill>
                <a:latin typeface="Nimbus Sans"/>
                <a:ea typeface="Nimbus Sans"/>
                <a:cs typeface="Nimbus Sans"/>
              </a:defRPr>
            </a:lvl4pPr>
            <a:lvl5pPr algn="r">
              <a:buNone/>
              <a:defRPr sz="1500" b="0">
                <a:solidFill>
                  <a:srgbClr val="55655E"/>
                </a:solidFill>
                <a:latin typeface="Nimbus Sans"/>
                <a:ea typeface="Nimbus Sans"/>
                <a:cs typeface="Nimbus Sans"/>
              </a:defRPr>
            </a:lvl5pPr>
            <a:lvl6pPr algn="r">
              <a:buNone/>
              <a:defRPr sz="1500" b="0">
                <a:solidFill>
                  <a:srgbClr val="55655E"/>
                </a:solidFill>
                <a:latin typeface="Nimbus Sans"/>
                <a:ea typeface="Nimbus Sans"/>
                <a:cs typeface="Nimbus Sans"/>
              </a:defRPr>
            </a:lvl6pPr>
            <a:lvl7pPr algn="r">
              <a:buNone/>
              <a:defRPr sz="1500" b="0">
                <a:solidFill>
                  <a:srgbClr val="55655E"/>
                </a:solidFill>
                <a:latin typeface="Nimbus Sans"/>
                <a:ea typeface="Nimbus Sans"/>
                <a:cs typeface="Nimbus Sans"/>
              </a:defRPr>
            </a:lvl7pPr>
            <a:lvl8pPr algn="r">
              <a:buNone/>
              <a:defRPr sz="1500" b="0">
                <a:solidFill>
                  <a:srgbClr val="55655E"/>
                </a:solidFill>
                <a:latin typeface="Nimbus Sans"/>
                <a:ea typeface="Nimbus Sans"/>
                <a:cs typeface="Nimbus Sans"/>
              </a:defRPr>
            </a:lvl8pPr>
            <a:lvl9pPr algn="r">
              <a:buNone/>
              <a:defRPr sz="1500" b="0">
                <a:solidFill>
                  <a:srgbClr val="55655E"/>
                </a:solidFill>
                <a:latin typeface="Nimbus Sans"/>
                <a:ea typeface="Nimbus Sans"/>
                <a:cs typeface="Nimbus Sans"/>
              </a:defRPr>
            </a:lvl9pPr>
          </a:lstStyle>
          <a:p xmlns:a="http://schemas.openxmlformats.org/drawingml/2006/main">
            <a:pPr algn="r">
              <a:buNone/>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08</a:t>
            </a:r>
          </a:p>
        </p:txBody>
      </p:sp>
      <p:sp>
        <p:nvSpPr>
          <p:cNvPr id="3" name="goal">
            <a:extLst xmlns:a="http://schemas.openxmlformats.org/drawingml/2006/main">
              <a:ext uri="{FF2B5EF4-FFF2-40B4-BE49-F238E27FC236}">
                <a16:creationId xmlns:a16="http://schemas.microsoft.com/office/drawing/2014/main" id="{7B927931-4524-43C5-BE8E-83E0E7608684}"/>
              </a:ext>
            </a:extLst>
          </p:cNvPr>
          <p:cNvSpPr>
            <a:spLocks xmlns:a="http://schemas.openxmlformats.org/drawingml/2006/main" noGrp="1"/>
          </p:cNvSpPr>
          <p:nvPr/>
        </p:nvSpPr>
        <p:spPr>
          <a:xfrm xmlns:a="http://schemas.openxmlformats.org/drawingml/2006/main">
            <a:off x="685800" y="1981200"/>
            <a:ext cx="1019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173D35"/>
                </a:solidFill>
                <a:latin typeface="Nimbus Sans"/>
                <a:ea typeface="Nimbus Sans"/>
                <a:cs typeface="Nimbus Sans"/>
              </a:defRPr>
            </a:defPPr>
            <a:lvl1pPr algn="l">
              <a:buNone/>
              <a:defRPr sz="4125" b="1">
                <a:solidFill>
                  <a:srgbClr val="173D35"/>
                </a:solidFill>
                <a:latin typeface="Nimbus Sans"/>
                <a:ea typeface="Nimbus Sans"/>
                <a:cs typeface="Nimbus Sans"/>
              </a:defRPr>
            </a:lvl1pPr>
            <a:lvl2pPr algn="l">
              <a:buNone/>
              <a:defRPr sz="4125" b="1">
                <a:solidFill>
                  <a:srgbClr val="173D35"/>
                </a:solidFill>
                <a:latin typeface="Nimbus Sans"/>
                <a:ea typeface="Nimbus Sans"/>
                <a:cs typeface="Nimbus Sans"/>
              </a:defRPr>
            </a:lvl2pPr>
            <a:lvl3pPr algn="l">
              <a:buNone/>
              <a:defRPr sz="4125" b="1">
                <a:solidFill>
                  <a:srgbClr val="173D35"/>
                </a:solidFill>
                <a:latin typeface="Nimbus Sans"/>
                <a:ea typeface="Nimbus Sans"/>
                <a:cs typeface="Nimbus Sans"/>
              </a:defRPr>
            </a:lvl3pPr>
            <a:lvl4pPr algn="l">
              <a:buNone/>
              <a:defRPr sz="4125" b="1">
                <a:solidFill>
                  <a:srgbClr val="173D35"/>
                </a:solidFill>
                <a:latin typeface="Nimbus Sans"/>
                <a:ea typeface="Nimbus Sans"/>
                <a:cs typeface="Nimbus Sans"/>
              </a:defRPr>
            </a:lvl4pPr>
            <a:lvl5pPr algn="l">
              <a:buNone/>
              <a:defRPr sz="4125" b="1">
                <a:solidFill>
                  <a:srgbClr val="173D35"/>
                </a:solidFill>
                <a:latin typeface="Nimbus Sans"/>
                <a:ea typeface="Nimbus Sans"/>
                <a:cs typeface="Nimbus Sans"/>
              </a:defRPr>
            </a:lvl5pPr>
            <a:lvl6pPr algn="l">
              <a:buNone/>
              <a:defRPr sz="4125" b="1">
                <a:solidFill>
                  <a:srgbClr val="173D35"/>
                </a:solidFill>
                <a:latin typeface="Nimbus Sans"/>
                <a:ea typeface="Nimbus Sans"/>
                <a:cs typeface="Nimbus Sans"/>
              </a:defRPr>
            </a:lvl6pPr>
            <a:lvl7pPr algn="l">
              <a:buNone/>
              <a:defRPr sz="4125" b="1">
                <a:solidFill>
                  <a:srgbClr val="173D35"/>
                </a:solidFill>
                <a:latin typeface="Nimbus Sans"/>
                <a:ea typeface="Nimbus Sans"/>
                <a:cs typeface="Nimbus Sans"/>
              </a:defRPr>
            </a:lvl7pPr>
            <a:lvl8pPr algn="l">
              <a:buNone/>
              <a:defRPr sz="4125" b="1">
                <a:solidFill>
                  <a:srgbClr val="173D35"/>
                </a:solidFill>
                <a:latin typeface="Nimbus Sans"/>
                <a:ea typeface="Nimbus Sans"/>
                <a:cs typeface="Nimbus Sans"/>
              </a:defRPr>
            </a:lvl8pPr>
            <a:lvl9pPr algn="l">
              <a:buNone/>
              <a:defRPr sz="4125" b="1">
                <a:solidFill>
                  <a:srgbClr val="173D35"/>
                </a:solidFill>
                <a:latin typeface="Nimbus Sans"/>
                <a:ea typeface="Nimbus Sans"/>
                <a:cs typeface="Nimbus Sans"/>
              </a:defRPr>
            </a:lvl9pPr>
          </a:lstStyle>
          <a:p xmlns:a="http://schemas.openxmlformats.org/drawingml/2006/main">
            <a:pPr algn="l">
              <a:buNone/>
              <a:defRPr sz="4125" b="1">
                <a:solidFill>
                  <a:srgbClr val="173D35"/>
                </a:solidFill>
                <a:latin typeface="Nimbus Sans"/>
                <a:ea typeface="Nimbus Sans"/>
                <a:cs typeface="Nimbus Sans"/>
              </a:defRPr>
            </a:pPr>
            <a:r>
              <a:rPr sz="4125" b="1">
                <a:solidFill>
                  <a:srgbClr val="173D35"/>
                </a:solidFill>
                <a:latin typeface="Nimbus Sans"/>
                <a:ea typeface="Nimbus Sans"/>
                <a:cs typeface="Nimbus Sans"/>
              </a:rPr>
              <a:t>A badminton set</a:t>
            </a:r>
          </a:p>
        </p:txBody>
      </p:sp>
      <p:sp>
        <p:nvSpPr>
          <p:cNvPr id="4" name="price">
            <a:extLst xmlns:a="http://schemas.openxmlformats.org/drawingml/2006/main">
              <a:ext uri="{FF2B5EF4-FFF2-40B4-BE49-F238E27FC236}">
                <a16:creationId xmlns:a16="http://schemas.microsoft.com/office/drawing/2014/main" id="{083A2BFC-EB32-40EB-92DA-72FE3660FD41}"/>
              </a:ext>
            </a:extLst>
          </p:cNvPr>
          <p:cNvSpPr>
            <a:spLocks xmlns:a="http://schemas.openxmlformats.org/drawingml/2006/main" noGrp="1"/>
          </p:cNvSpPr>
          <p:nvPr/>
        </p:nvSpPr>
        <p:spPr>
          <a:xfrm xmlns:a="http://schemas.openxmlformats.org/drawingml/2006/main">
            <a:off x="685800" y="3238500"/>
            <a:ext cx="4857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A3432C"/>
                </a:solidFill>
                <a:latin typeface="Nimbus Sans"/>
                <a:ea typeface="Nimbus Sans"/>
                <a:cs typeface="Nimbus Sans"/>
              </a:defRPr>
            </a:defPPr>
            <a:lvl1pPr algn="l">
              <a:buNone/>
              <a:defRPr sz="3675" b="1">
                <a:solidFill>
                  <a:srgbClr val="A3432C"/>
                </a:solidFill>
                <a:latin typeface="Nimbus Sans"/>
                <a:ea typeface="Nimbus Sans"/>
                <a:cs typeface="Nimbus Sans"/>
              </a:defRPr>
            </a:lvl1pPr>
            <a:lvl2pPr algn="l">
              <a:buNone/>
              <a:defRPr sz="3675" b="1">
                <a:solidFill>
                  <a:srgbClr val="A3432C"/>
                </a:solidFill>
                <a:latin typeface="Nimbus Sans"/>
                <a:ea typeface="Nimbus Sans"/>
                <a:cs typeface="Nimbus Sans"/>
              </a:defRPr>
            </a:lvl2pPr>
            <a:lvl3pPr algn="l">
              <a:buNone/>
              <a:defRPr sz="3675" b="1">
                <a:solidFill>
                  <a:srgbClr val="A3432C"/>
                </a:solidFill>
                <a:latin typeface="Nimbus Sans"/>
                <a:ea typeface="Nimbus Sans"/>
                <a:cs typeface="Nimbus Sans"/>
              </a:defRPr>
            </a:lvl3pPr>
            <a:lvl4pPr algn="l">
              <a:buNone/>
              <a:defRPr sz="3675" b="1">
                <a:solidFill>
                  <a:srgbClr val="A3432C"/>
                </a:solidFill>
                <a:latin typeface="Nimbus Sans"/>
                <a:ea typeface="Nimbus Sans"/>
                <a:cs typeface="Nimbus Sans"/>
              </a:defRPr>
            </a:lvl4pPr>
            <a:lvl5pPr algn="l">
              <a:buNone/>
              <a:defRPr sz="3675" b="1">
                <a:solidFill>
                  <a:srgbClr val="A3432C"/>
                </a:solidFill>
                <a:latin typeface="Nimbus Sans"/>
                <a:ea typeface="Nimbus Sans"/>
                <a:cs typeface="Nimbus Sans"/>
              </a:defRPr>
            </a:lvl5pPr>
            <a:lvl6pPr algn="l">
              <a:buNone/>
              <a:defRPr sz="3675" b="1">
                <a:solidFill>
                  <a:srgbClr val="A3432C"/>
                </a:solidFill>
                <a:latin typeface="Nimbus Sans"/>
                <a:ea typeface="Nimbus Sans"/>
                <a:cs typeface="Nimbus Sans"/>
              </a:defRPr>
            </a:lvl6pPr>
            <a:lvl7pPr algn="l">
              <a:buNone/>
              <a:defRPr sz="3675" b="1">
                <a:solidFill>
                  <a:srgbClr val="A3432C"/>
                </a:solidFill>
                <a:latin typeface="Nimbus Sans"/>
                <a:ea typeface="Nimbus Sans"/>
                <a:cs typeface="Nimbus Sans"/>
              </a:defRPr>
            </a:lvl7pPr>
            <a:lvl8pPr algn="l">
              <a:buNone/>
              <a:defRPr sz="3675" b="1">
                <a:solidFill>
                  <a:srgbClr val="A3432C"/>
                </a:solidFill>
                <a:latin typeface="Nimbus Sans"/>
                <a:ea typeface="Nimbus Sans"/>
                <a:cs typeface="Nimbus Sans"/>
              </a:defRPr>
            </a:lvl8pPr>
            <a:lvl9pPr algn="l">
              <a:buNone/>
              <a:defRPr sz="3675" b="1">
                <a:solidFill>
                  <a:srgbClr val="A3432C"/>
                </a:solidFill>
                <a:latin typeface="Nimbus Sans"/>
                <a:ea typeface="Nimbus Sans"/>
                <a:cs typeface="Nimbus Sans"/>
              </a:defRPr>
            </a:lvl9pPr>
          </a:lstStyle>
          <a:p xmlns:a="http://schemas.openxmlformats.org/drawingml/2006/main">
            <a:pPr algn="l">
              <a:buNone/>
              <a:defRPr sz="3675" b="1">
                <a:solidFill>
                  <a:srgbClr val="A3432C"/>
                </a:solidFill>
                <a:latin typeface="Nimbus Sans"/>
                <a:ea typeface="Nimbus Sans"/>
                <a:cs typeface="Nimbus Sans"/>
              </a:defRPr>
            </a:pPr>
            <a:r>
              <a:rPr sz="3675" b="1">
                <a:solidFill>
                  <a:srgbClr val="A3432C"/>
                </a:solidFill>
                <a:latin typeface="Nimbus Sans"/>
                <a:ea typeface="Nimbus Sans"/>
                <a:cs typeface="Nimbus Sans"/>
              </a:rPr>
              <a:t>Goal: $30</a:t>
            </a:r>
          </a:p>
        </p:txBody>
      </p:sp>
      <p:sp>
        <p:nvSpPr>
          <p:cNvPr id="5" name="already">
            <a:extLst xmlns:a="http://schemas.openxmlformats.org/drawingml/2006/main">
              <a:ext uri="{FF2B5EF4-FFF2-40B4-BE49-F238E27FC236}">
                <a16:creationId xmlns:a16="http://schemas.microsoft.com/office/drawing/2014/main" id="{102D5E76-3201-4EBE-AE57-49526C05C7CF}"/>
              </a:ext>
            </a:extLst>
          </p:cNvPr>
          <p:cNvSpPr>
            <a:spLocks xmlns:a="http://schemas.openxmlformats.org/drawingml/2006/main" noGrp="1"/>
          </p:cNvSpPr>
          <p:nvPr/>
        </p:nvSpPr>
        <p:spPr>
          <a:xfrm xmlns:a="http://schemas.openxmlformats.org/drawingml/2006/main">
            <a:off x="6343650" y="3238500"/>
            <a:ext cx="5143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0">
                <a:solidFill>
                  <a:srgbClr val="173D35"/>
                </a:solidFill>
                <a:latin typeface="Nimbus Sans"/>
                <a:ea typeface="Nimbus Sans"/>
                <a:cs typeface="Nimbus Sans"/>
              </a:defRPr>
            </a:defPPr>
            <a:lvl1pPr algn="l">
              <a:buNone/>
              <a:defRPr sz="3450" b="0">
                <a:solidFill>
                  <a:srgbClr val="173D35"/>
                </a:solidFill>
                <a:latin typeface="Nimbus Sans"/>
                <a:ea typeface="Nimbus Sans"/>
                <a:cs typeface="Nimbus Sans"/>
              </a:defRPr>
            </a:lvl1pPr>
            <a:lvl2pPr algn="l">
              <a:buNone/>
              <a:defRPr sz="3450" b="0">
                <a:solidFill>
                  <a:srgbClr val="173D35"/>
                </a:solidFill>
                <a:latin typeface="Nimbus Sans"/>
                <a:ea typeface="Nimbus Sans"/>
                <a:cs typeface="Nimbus Sans"/>
              </a:defRPr>
            </a:lvl2pPr>
            <a:lvl3pPr algn="l">
              <a:buNone/>
              <a:defRPr sz="3450" b="0">
                <a:solidFill>
                  <a:srgbClr val="173D35"/>
                </a:solidFill>
                <a:latin typeface="Nimbus Sans"/>
                <a:ea typeface="Nimbus Sans"/>
                <a:cs typeface="Nimbus Sans"/>
              </a:defRPr>
            </a:lvl3pPr>
            <a:lvl4pPr algn="l">
              <a:buNone/>
              <a:defRPr sz="3450" b="0">
                <a:solidFill>
                  <a:srgbClr val="173D35"/>
                </a:solidFill>
                <a:latin typeface="Nimbus Sans"/>
                <a:ea typeface="Nimbus Sans"/>
                <a:cs typeface="Nimbus Sans"/>
              </a:defRPr>
            </a:lvl4pPr>
            <a:lvl5pPr algn="l">
              <a:buNone/>
              <a:defRPr sz="3450" b="0">
                <a:solidFill>
                  <a:srgbClr val="173D35"/>
                </a:solidFill>
                <a:latin typeface="Nimbus Sans"/>
                <a:ea typeface="Nimbus Sans"/>
                <a:cs typeface="Nimbus Sans"/>
              </a:defRPr>
            </a:lvl5pPr>
            <a:lvl6pPr algn="l">
              <a:buNone/>
              <a:defRPr sz="3450" b="0">
                <a:solidFill>
                  <a:srgbClr val="173D35"/>
                </a:solidFill>
                <a:latin typeface="Nimbus Sans"/>
                <a:ea typeface="Nimbus Sans"/>
                <a:cs typeface="Nimbus Sans"/>
              </a:defRPr>
            </a:lvl6pPr>
            <a:lvl7pPr algn="l">
              <a:buNone/>
              <a:defRPr sz="3450" b="0">
                <a:solidFill>
                  <a:srgbClr val="173D35"/>
                </a:solidFill>
                <a:latin typeface="Nimbus Sans"/>
                <a:ea typeface="Nimbus Sans"/>
                <a:cs typeface="Nimbus Sans"/>
              </a:defRPr>
            </a:lvl7pPr>
            <a:lvl8pPr algn="l">
              <a:buNone/>
              <a:defRPr sz="3450" b="0">
                <a:solidFill>
                  <a:srgbClr val="173D35"/>
                </a:solidFill>
                <a:latin typeface="Nimbus Sans"/>
                <a:ea typeface="Nimbus Sans"/>
                <a:cs typeface="Nimbus Sans"/>
              </a:defRPr>
            </a:lvl8pPr>
            <a:lvl9pPr algn="l">
              <a:buNone/>
              <a:defRPr sz="3450" b="0">
                <a:solidFill>
                  <a:srgbClr val="173D35"/>
                </a:solidFill>
                <a:latin typeface="Nimbus Sans"/>
                <a:ea typeface="Nimbus Sans"/>
                <a:cs typeface="Nimbus Sans"/>
              </a:defRPr>
            </a:lvl9pPr>
          </a:lstStyle>
          <a:p xmlns:a="http://schemas.openxmlformats.org/drawingml/2006/main">
            <a:pPr algn="l">
              <a:buNone/>
              <a:defRPr sz="3450" b="0">
                <a:solidFill>
                  <a:srgbClr val="173D35"/>
                </a:solidFill>
                <a:latin typeface="Nimbus Sans"/>
                <a:ea typeface="Nimbus Sans"/>
                <a:cs typeface="Nimbus Sans"/>
              </a:defRPr>
            </a:pPr>
            <a:r>
              <a:rPr sz="3450" b="0">
                <a:solidFill>
                  <a:srgbClr val="173D35"/>
                </a:solidFill>
                <a:latin typeface="Nimbus Sans"/>
                <a:ea typeface="Nimbus Sans"/>
                <a:cs typeface="Nimbus Sans"/>
              </a:rPr>
              <a:t>Already saved: $10</a:t>
            </a:r>
          </a:p>
        </p:txBody>
      </p:sp>
      <p:sp>
        <p:nvSpPr>
          <p:cNvPr id="6" name="question">
            <a:extLst xmlns:a="http://schemas.openxmlformats.org/drawingml/2006/main">
              <a:ext uri="{FF2B5EF4-FFF2-40B4-BE49-F238E27FC236}">
                <a16:creationId xmlns:a16="http://schemas.microsoft.com/office/drawing/2014/main" id="{45FDF15C-A458-4B8B-812E-ED392F766DE8}"/>
              </a:ext>
            </a:extLst>
          </p:cNvPr>
          <p:cNvSpPr>
            <a:spLocks xmlns:a="http://schemas.openxmlformats.org/drawingml/2006/main" noGrp="1"/>
          </p:cNvSpPr>
          <p:nvPr/>
        </p:nvSpPr>
        <p:spPr>
          <a:xfrm xmlns:a="http://schemas.openxmlformats.org/drawingml/2006/main">
            <a:off x="685800" y="4762500"/>
            <a:ext cx="1038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D35"/>
                </a:solidFill>
                <a:latin typeface="Nimbus Sans"/>
                <a:ea typeface="Nimbus Sans"/>
                <a:cs typeface="Nimbus Sans"/>
              </a:defRPr>
            </a:defPPr>
            <a:lvl1pPr algn="l">
              <a:buNone/>
              <a:defRPr sz="3225" b="1">
                <a:solidFill>
                  <a:srgbClr val="173D35"/>
                </a:solidFill>
                <a:latin typeface="Nimbus Sans"/>
                <a:ea typeface="Nimbus Sans"/>
                <a:cs typeface="Nimbus Sans"/>
              </a:defRPr>
            </a:lvl1pPr>
            <a:lvl2pPr algn="l">
              <a:buNone/>
              <a:defRPr sz="3225" b="1">
                <a:solidFill>
                  <a:srgbClr val="173D35"/>
                </a:solidFill>
                <a:latin typeface="Nimbus Sans"/>
                <a:ea typeface="Nimbus Sans"/>
                <a:cs typeface="Nimbus Sans"/>
              </a:defRPr>
            </a:lvl2pPr>
            <a:lvl3pPr algn="l">
              <a:buNone/>
              <a:defRPr sz="3225" b="1">
                <a:solidFill>
                  <a:srgbClr val="173D35"/>
                </a:solidFill>
                <a:latin typeface="Nimbus Sans"/>
                <a:ea typeface="Nimbus Sans"/>
                <a:cs typeface="Nimbus Sans"/>
              </a:defRPr>
            </a:lvl3pPr>
            <a:lvl4pPr algn="l">
              <a:buNone/>
              <a:defRPr sz="3225" b="1">
                <a:solidFill>
                  <a:srgbClr val="173D35"/>
                </a:solidFill>
                <a:latin typeface="Nimbus Sans"/>
                <a:ea typeface="Nimbus Sans"/>
                <a:cs typeface="Nimbus Sans"/>
              </a:defRPr>
            </a:lvl4pPr>
            <a:lvl5pPr algn="l">
              <a:buNone/>
              <a:defRPr sz="3225" b="1">
                <a:solidFill>
                  <a:srgbClr val="173D35"/>
                </a:solidFill>
                <a:latin typeface="Nimbus Sans"/>
                <a:ea typeface="Nimbus Sans"/>
                <a:cs typeface="Nimbus Sans"/>
              </a:defRPr>
            </a:lvl5pPr>
            <a:lvl6pPr algn="l">
              <a:buNone/>
              <a:defRPr sz="3225" b="1">
                <a:solidFill>
                  <a:srgbClr val="173D35"/>
                </a:solidFill>
                <a:latin typeface="Nimbus Sans"/>
                <a:ea typeface="Nimbus Sans"/>
                <a:cs typeface="Nimbus Sans"/>
              </a:defRPr>
            </a:lvl6pPr>
            <a:lvl7pPr algn="l">
              <a:buNone/>
              <a:defRPr sz="3225" b="1">
                <a:solidFill>
                  <a:srgbClr val="173D35"/>
                </a:solidFill>
                <a:latin typeface="Nimbus Sans"/>
                <a:ea typeface="Nimbus Sans"/>
                <a:cs typeface="Nimbus Sans"/>
              </a:defRPr>
            </a:lvl7pPr>
            <a:lvl8pPr algn="l">
              <a:buNone/>
              <a:defRPr sz="3225" b="1">
                <a:solidFill>
                  <a:srgbClr val="173D35"/>
                </a:solidFill>
                <a:latin typeface="Nimbus Sans"/>
                <a:ea typeface="Nimbus Sans"/>
                <a:cs typeface="Nimbus Sans"/>
              </a:defRPr>
            </a:lvl8pPr>
            <a:lvl9pPr algn="l">
              <a:buNone/>
              <a:defRPr sz="3225" b="1">
                <a:solidFill>
                  <a:srgbClr val="173D35"/>
                </a:solidFill>
                <a:latin typeface="Nimbus Sans"/>
                <a:ea typeface="Nimbus Sans"/>
                <a:cs typeface="Nimbus Sans"/>
              </a:defRPr>
            </a:lvl9pPr>
          </a:lstStyle>
          <a:p xmlns:a="http://schemas.openxmlformats.org/drawingml/2006/main">
            <a:pPr algn="l">
              <a:buNone/>
              <a:defRPr sz="3225" b="1">
                <a:solidFill>
                  <a:srgbClr val="173D35"/>
                </a:solidFill>
                <a:latin typeface="Nimbus Sans"/>
                <a:ea typeface="Nimbus Sans"/>
                <a:cs typeface="Nimbus Sans"/>
              </a:defRPr>
            </a:pPr>
            <a:r>
              <a:rPr sz="3225" b="1">
                <a:solidFill>
                  <a:srgbClr val="173D35"/>
                </a:solidFill>
                <a:latin typeface="Nimbus Sans"/>
                <a:ea typeface="Nimbus Sans"/>
                <a:cs typeface="Nimbus Sans"/>
              </a:rPr>
              <a:t>How much more do you need?</a:t>
            </a:r>
          </a:p>
        </p:txBody>
      </p:sp>
      <p:sp>
        <p:nvSpPr>
          <p:cNvPr id="7" name="pretend">
            <a:extLst xmlns:a="http://schemas.openxmlformats.org/drawingml/2006/main">
              <a:ext uri="{FF2B5EF4-FFF2-40B4-BE49-F238E27FC236}">
                <a16:creationId xmlns:a16="http://schemas.microsoft.com/office/drawing/2014/main" id="{CDC986F6-9C97-45B0-88F4-FFD342D93C35}"/>
              </a:ext>
            </a:extLst>
          </p:cNvPr>
          <p:cNvSpPr>
            <a:spLocks xmlns:a="http://schemas.openxmlformats.org/drawingml/2006/main" noGrp="1"/>
          </p:cNvSpPr>
          <p:nvPr/>
        </p:nvSpPr>
        <p:spPr>
          <a:xfrm xmlns:a="http://schemas.openxmlformats.org/drawingml/2006/main">
            <a:off x="685800" y="5810250"/>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655E"/>
                </a:solidFill>
                <a:latin typeface="Nimbus Sans"/>
                <a:ea typeface="Nimbus Sans"/>
                <a:cs typeface="Nimbus Sans"/>
              </a:defRPr>
            </a:defPPr>
            <a:lvl1pPr algn="l">
              <a:buNone/>
              <a:defRPr sz="1725" b="0">
                <a:solidFill>
                  <a:srgbClr val="55655E"/>
                </a:solidFill>
                <a:latin typeface="Nimbus Sans"/>
                <a:ea typeface="Nimbus Sans"/>
                <a:cs typeface="Nimbus Sans"/>
              </a:defRPr>
            </a:lvl1pPr>
            <a:lvl2pPr algn="l">
              <a:buNone/>
              <a:defRPr sz="1725" b="0">
                <a:solidFill>
                  <a:srgbClr val="55655E"/>
                </a:solidFill>
                <a:latin typeface="Nimbus Sans"/>
                <a:ea typeface="Nimbus Sans"/>
                <a:cs typeface="Nimbus Sans"/>
              </a:defRPr>
            </a:lvl2pPr>
            <a:lvl3pPr algn="l">
              <a:buNone/>
              <a:defRPr sz="1725" b="0">
                <a:solidFill>
                  <a:srgbClr val="55655E"/>
                </a:solidFill>
                <a:latin typeface="Nimbus Sans"/>
                <a:ea typeface="Nimbus Sans"/>
                <a:cs typeface="Nimbus Sans"/>
              </a:defRPr>
            </a:lvl3pPr>
            <a:lvl4pPr algn="l">
              <a:buNone/>
              <a:defRPr sz="1725" b="0">
                <a:solidFill>
                  <a:srgbClr val="55655E"/>
                </a:solidFill>
                <a:latin typeface="Nimbus Sans"/>
                <a:ea typeface="Nimbus Sans"/>
                <a:cs typeface="Nimbus Sans"/>
              </a:defRPr>
            </a:lvl4pPr>
            <a:lvl5pPr algn="l">
              <a:buNone/>
              <a:defRPr sz="1725" b="0">
                <a:solidFill>
                  <a:srgbClr val="55655E"/>
                </a:solidFill>
                <a:latin typeface="Nimbus Sans"/>
                <a:ea typeface="Nimbus Sans"/>
                <a:cs typeface="Nimbus Sans"/>
              </a:defRPr>
            </a:lvl5pPr>
            <a:lvl6pPr algn="l">
              <a:buNone/>
              <a:defRPr sz="1725" b="0">
                <a:solidFill>
                  <a:srgbClr val="55655E"/>
                </a:solidFill>
                <a:latin typeface="Nimbus Sans"/>
                <a:ea typeface="Nimbus Sans"/>
                <a:cs typeface="Nimbus Sans"/>
              </a:defRPr>
            </a:lvl6pPr>
            <a:lvl7pPr algn="l">
              <a:buNone/>
              <a:defRPr sz="1725" b="0">
                <a:solidFill>
                  <a:srgbClr val="55655E"/>
                </a:solidFill>
                <a:latin typeface="Nimbus Sans"/>
                <a:ea typeface="Nimbus Sans"/>
                <a:cs typeface="Nimbus Sans"/>
              </a:defRPr>
            </a:lvl7pPr>
            <a:lvl8pPr algn="l">
              <a:buNone/>
              <a:defRPr sz="1725" b="0">
                <a:solidFill>
                  <a:srgbClr val="55655E"/>
                </a:solidFill>
                <a:latin typeface="Nimbus Sans"/>
                <a:ea typeface="Nimbus Sans"/>
                <a:cs typeface="Nimbus Sans"/>
              </a:defRPr>
            </a:lvl8pPr>
            <a:lvl9pPr algn="l">
              <a:buNone/>
              <a:defRPr sz="1725" b="0">
                <a:solidFill>
                  <a:srgbClr val="55655E"/>
                </a:solidFill>
                <a:latin typeface="Nimbus Sans"/>
                <a:ea typeface="Nimbus Sans"/>
                <a:cs typeface="Nimbus Sans"/>
              </a:defRPr>
            </a:lvl9pPr>
          </a:lstStyle>
          <a:p xmlns:a="http://schemas.openxmlformats.org/drawingml/2006/main">
            <a:pPr algn="l">
              <a:buNone/>
              <a:defRPr sz="1725" b="0">
                <a:solidFill>
                  <a:srgbClr val="55655E"/>
                </a:solidFill>
                <a:latin typeface="Nimbus Sans"/>
                <a:ea typeface="Nimbus Sans"/>
                <a:cs typeface="Nimbus Sans"/>
              </a:defRPr>
            </a:pPr>
            <a:r>
              <a:rPr sz="1725" b="0">
                <a:solidFill>
                  <a:srgbClr val="55655E"/>
                </a:solidFill>
                <a:latin typeface="Nimbus Sans"/>
                <a:ea typeface="Nimbus Sans"/>
                <a:cs typeface="Nimbus Sans"/>
              </a:rPr>
              <a:t>Pretend price for this example.</a:t>
            </a:r>
          </a:p>
        </p:txBody>
      </p:sp>
    </p:spTree>
    <p:extLst>
      <p:ext uri="{BB962C8B-B14F-4D97-AF65-F5344CB8AC3E}">
        <p14:creationId xmlns:p14="http://schemas.microsoft.com/office/powerpoint/2010/main" val="371605758"/>
      </p:ext>
    </p:extLst>
  </p:cSld>
</p:sld>
</file>

<file path=ppt/slides/slide9.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4BBCE5CF-B525-4D5B-AE3C-FDF8BF66F311}"/>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buNone/>
              <a:defRPr sz="3900" b="1">
                <a:solidFill>
                  <a:srgbClr val="173D35"/>
                </a:solidFill>
                <a:latin typeface="Nimbus Sans"/>
                <a:ea typeface="Nimbus Sans"/>
                <a:cs typeface="Nimbus Sans"/>
              </a:defRPr>
            </a:lvl1pPr>
            <a:lvl2pPr algn="l">
              <a:buNone/>
              <a:defRPr sz="3900" b="1">
                <a:solidFill>
                  <a:srgbClr val="173D35"/>
                </a:solidFill>
                <a:latin typeface="Nimbus Sans"/>
                <a:ea typeface="Nimbus Sans"/>
                <a:cs typeface="Nimbus Sans"/>
              </a:defRPr>
            </a:lvl2pPr>
            <a:lvl3pPr algn="l">
              <a:buNone/>
              <a:defRPr sz="3900" b="1">
                <a:solidFill>
                  <a:srgbClr val="173D35"/>
                </a:solidFill>
                <a:latin typeface="Nimbus Sans"/>
                <a:ea typeface="Nimbus Sans"/>
                <a:cs typeface="Nimbus Sans"/>
              </a:defRPr>
            </a:lvl3pPr>
            <a:lvl4pPr algn="l">
              <a:buNone/>
              <a:defRPr sz="3900" b="1">
                <a:solidFill>
                  <a:srgbClr val="173D35"/>
                </a:solidFill>
                <a:latin typeface="Nimbus Sans"/>
                <a:ea typeface="Nimbus Sans"/>
                <a:cs typeface="Nimbus Sans"/>
              </a:defRPr>
            </a:lvl4pPr>
            <a:lvl5pPr algn="l">
              <a:buNone/>
              <a:defRPr sz="3900" b="1">
                <a:solidFill>
                  <a:srgbClr val="173D35"/>
                </a:solidFill>
                <a:latin typeface="Nimbus Sans"/>
                <a:ea typeface="Nimbus Sans"/>
                <a:cs typeface="Nimbus Sans"/>
              </a:defRPr>
            </a:lvl5pPr>
            <a:lvl6pPr algn="l">
              <a:buNone/>
              <a:defRPr sz="3900" b="1">
                <a:solidFill>
                  <a:srgbClr val="173D35"/>
                </a:solidFill>
                <a:latin typeface="Nimbus Sans"/>
                <a:ea typeface="Nimbus Sans"/>
                <a:cs typeface="Nimbus Sans"/>
              </a:defRPr>
            </a:lvl6pPr>
            <a:lvl7pPr algn="l">
              <a:buNone/>
              <a:defRPr sz="3900" b="1">
                <a:solidFill>
                  <a:srgbClr val="173D35"/>
                </a:solidFill>
                <a:latin typeface="Nimbus Sans"/>
                <a:ea typeface="Nimbus Sans"/>
                <a:cs typeface="Nimbus Sans"/>
              </a:defRPr>
            </a:lvl7pPr>
            <a:lvl8pPr algn="l">
              <a:buNone/>
              <a:defRPr sz="3900" b="1">
                <a:solidFill>
                  <a:srgbClr val="173D35"/>
                </a:solidFill>
                <a:latin typeface="Nimbus Sans"/>
                <a:ea typeface="Nimbus Sans"/>
                <a:cs typeface="Nimbus Sans"/>
              </a:defRPr>
            </a:lvl8pPr>
            <a:lvl9pPr algn="l">
              <a:buNone/>
              <a:defRPr sz="3900" b="1">
                <a:solidFill>
                  <a:srgbClr val="173D35"/>
                </a:solidFill>
                <a:latin typeface="Nimbus Sans"/>
                <a:ea typeface="Nimbus Sans"/>
                <a:cs typeface="Nimbus Sans"/>
              </a:defRPr>
            </a:lvl9pPr>
          </a:lstStyle>
          <a:p xmlns:a="http://schemas.openxmlformats.org/drawingml/2006/main">
            <a:pPr algn="l">
              <a:buNone/>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Five dollars at a time</a:t>
            </a:r>
          </a:p>
        </p:txBody>
      </p:sp>
      <p:sp>
        <p:nvSpPr>
          <p:cNvPr id="2" name="page-number">
            <a:extLst xmlns:a="http://schemas.openxmlformats.org/drawingml/2006/main">
              <a:ext uri="{FF2B5EF4-FFF2-40B4-BE49-F238E27FC236}">
                <a16:creationId xmlns:a16="http://schemas.microsoft.com/office/drawing/2014/main" id="{E3588BFF-5EE9-4D32-A3C2-F9A4FAAF0C07}"/>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buNone/>
              <a:defRPr sz="1500" b="0">
                <a:solidFill>
                  <a:srgbClr val="55655E"/>
                </a:solidFill>
                <a:latin typeface="Nimbus Sans"/>
                <a:ea typeface="Nimbus Sans"/>
                <a:cs typeface="Nimbus Sans"/>
              </a:defRPr>
            </a:lvl1pPr>
            <a:lvl2pPr algn="r">
              <a:buNone/>
              <a:defRPr sz="1500" b="0">
                <a:solidFill>
                  <a:srgbClr val="55655E"/>
                </a:solidFill>
                <a:latin typeface="Nimbus Sans"/>
                <a:ea typeface="Nimbus Sans"/>
                <a:cs typeface="Nimbus Sans"/>
              </a:defRPr>
            </a:lvl2pPr>
            <a:lvl3pPr algn="r">
              <a:buNone/>
              <a:defRPr sz="1500" b="0">
                <a:solidFill>
                  <a:srgbClr val="55655E"/>
                </a:solidFill>
                <a:latin typeface="Nimbus Sans"/>
                <a:ea typeface="Nimbus Sans"/>
                <a:cs typeface="Nimbus Sans"/>
              </a:defRPr>
            </a:lvl3pPr>
            <a:lvl4pPr algn="r">
              <a:buNone/>
              <a:defRPr sz="1500" b="0">
                <a:solidFill>
                  <a:srgbClr val="55655E"/>
                </a:solidFill>
                <a:latin typeface="Nimbus Sans"/>
                <a:ea typeface="Nimbus Sans"/>
                <a:cs typeface="Nimbus Sans"/>
              </a:defRPr>
            </a:lvl4pPr>
            <a:lvl5pPr algn="r">
              <a:buNone/>
              <a:defRPr sz="1500" b="0">
                <a:solidFill>
                  <a:srgbClr val="55655E"/>
                </a:solidFill>
                <a:latin typeface="Nimbus Sans"/>
                <a:ea typeface="Nimbus Sans"/>
                <a:cs typeface="Nimbus Sans"/>
              </a:defRPr>
            </a:lvl5pPr>
            <a:lvl6pPr algn="r">
              <a:buNone/>
              <a:defRPr sz="1500" b="0">
                <a:solidFill>
                  <a:srgbClr val="55655E"/>
                </a:solidFill>
                <a:latin typeface="Nimbus Sans"/>
                <a:ea typeface="Nimbus Sans"/>
                <a:cs typeface="Nimbus Sans"/>
              </a:defRPr>
            </a:lvl6pPr>
            <a:lvl7pPr algn="r">
              <a:buNone/>
              <a:defRPr sz="1500" b="0">
                <a:solidFill>
                  <a:srgbClr val="55655E"/>
                </a:solidFill>
                <a:latin typeface="Nimbus Sans"/>
                <a:ea typeface="Nimbus Sans"/>
                <a:cs typeface="Nimbus Sans"/>
              </a:defRPr>
            </a:lvl7pPr>
            <a:lvl8pPr algn="r">
              <a:buNone/>
              <a:defRPr sz="1500" b="0">
                <a:solidFill>
                  <a:srgbClr val="55655E"/>
                </a:solidFill>
                <a:latin typeface="Nimbus Sans"/>
                <a:ea typeface="Nimbus Sans"/>
                <a:cs typeface="Nimbus Sans"/>
              </a:defRPr>
            </a:lvl8pPr>
            <a:lvl9pPr algn="r">
              <a:buNone/>
              <a:defRPr sz="1500" b="0">
                <a:solidFill>
                  <a:srgbClr val="55655E"/>
                </a:solidFill>
                <a:latin typeface="Nimbus Sans"/>
                <a:ea typeface="Nimbus Sans"/>
                <a:cs typeface="Nimbus Sans"/>
              </a:defRPr>
            </a:lvl9pPr>
          </a:lstStyle>
          <a:p xmlns:a="http://schemas.openxmlformats.org/drawingml/2006/main">
            <a:pPr algn="r">
              <a:buNone/>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09</a:t>
            </a:r>
          </a:p>
        </p:txBody>
      </p:sp>
      <p:graphicFrame>
        <p:nvGraphicFramePr>
          <p:cNvPr id="3" name="">
            <a:extLst xmlns:a="http://schemas.openxmlformats.org/drawingml/2006/main">
              <a:ext uri="{FF2B5EF4-FFF2-40B4-BE49-F238E27FC236}">
                <a16:creationId xmlns:a16="http://schemas.microsoft.com/office/drawing/2014/main" id="{22F0B1A6-3C67-45B3-A465-6EE50448ADFC}"/>
              </a:ext>
            </a:extLst>
          </p:cNvPr>
          <p:cNvGraphicFramePr/>
          <p:nvPr/>
        </p:nvGraphicFramePr>
        <p:xfrm>
          <a:off xmlns:a="http://schemas.openxmlformats.org/drawingml/2006/main" x="685800" y="1790700"/>
          <a:ext xmlns:a="http://schemas.openxmlformats.org/drawingml/2006/main" cx="6477000" cy="3905250"/>
        </p:xfrm>
        <a:graphic xmlns:a="http://schemas.openxmlformats.org/drawingml/2006/main">
          <a:graphicData uri="http://schemas.openxmlformats.org/drawingml/2006/table">
            <a:tbl>
              <a:tblPr firstRow="0" bandRow="0"/>
              <a:tblGrid>
                <a:gridCol w="4095750"/>
                <a:gridCol w="2381250"/>
              </a:tblGrid>
              <a:tr h="650875">
                <a:tc>
                  <a:txBody>
                    <a:bodyPr lIns="152400" tIns="95250" rIns="95250" bIns="76200"/>
                    <a:lstStyle/>
                    <a:p>
                      <a:r>
                        <a:rPr sz="2175" b="1">
                          <a:solidFill>
                            <a:srgbClr val="F6F1E7"/>
                          </a:solidFill>
                          <a:latin typeface="Nimbus Sans"/>
                          <a:ea typeface="Nimbus Sans"/>
                          <a:cs typeface="Nimbus Sans"/>
                        </a:rPr>
                        <a:t>When</a:t>
                      </a:r>
                    </a:p>
                  </a:txBody>
                  <a:tcPr marL="91440" marR="91440" marT="45720" marB="45720" anchor="ctr">
                    <a:lnL w="9525">
                      <a:solidFill>
                        <a:srgbClr val="D4D8CF"/>
                      </a:solidFill>
                      <a:prstDash val="solid"/>
                    </a:lnL>
                    <a:lnR w="9525">
                      <a:solidFill>
                        <a:srgbClr val="D4D8CF"/>
                      </a:solidFill>
                      <a:prstDash val="solid"/>
                    </a:lnR>
                    <a:lnT w="9525">
                      <a:solidFill>
                        <a:srgbClr val="D4D8CF"/>
                      </a:solidFill>
                      <a:prstDash val="solid"/>
                    </a:lnT>
                    <a:lnB w="9525">
                      <a:solidFill>
                        <a:srgbClr val="D4D8CF"/>
                      </a:solidFill>
                      <a:prstDash val="solid"/>
                    </a:lnB>
                    <a:solidFill>
                      <a:srgbClr val="173D35"/>
                    </a:solidFill>
                  </a:tcPr>
                </a:tc>
                <a:tc>
                  <a:txBody>
                    <a:bodyPr lIns="152400" tIns="95250" rIns="95250" bIns="76200"/>
                    <a:lstStyle/>
                    <a:p>
                      <a:r>
                        <a:rPr sz="2175" b="1">
                          <a:solidFill>
                            <a:srgbClr val="F6F1E7"/>
                          </a:solidFill>
                          <a:latin typeface="Nimbus Sans"/>
                          <a:ea typeface="Nimbus Sans"/>
                          <a:cs typeface="Nimbus Sans"/>
                        </a:rPr>
                        <a:t>Total saved</a:t>
                      </a:r>
                    </a:p>
                  </a:txBody>
                  <a:tcPr marL="91440" marR="91440" marT="45720" marB="45720" anchor="ctr">
                    <a:lnR w="9525">
                      <a:solidFill>
                        <a:srgbClr val="D4D8CF"/>
                      </a:solidFill>
                      <a:prstDash val="solid"/>
                    </a:lnR>
                    <a:lnT w="9525">
                      <a:solidFill>
                        <a:srgbClr val="D4D8CF"/>
                      </a:solidFill>
                      <a:prstDash val="solid"/>
                    </a:lnT>
                    <a:lnB w="9525">
                      <a:solidFill>
                        <a:srgbClr val="D4D8CF"/>
                      </a:solidFill>
                      <a:prstDash val="solid"/>
                    </a:lnB>
                    <a:solidFill>
                      <a:srgbClr val="173D35"/>
                    </a:solidFill>
                  </a:tcPr>
                </a:tc>
              </a:tr>
              <a:tr h="650875">
                <a:tc>
                  <a:txBody>
                    <a:bodyPr lIns="152400" tIns="95250" rIns="95250" bIns="76200"/>
                    <a:lstStyle/>
                    <a:p>
                      <a:r>
                        <a:rPr sz="2175" b="0">
                          <a:solidFill>
                            <a:srgbClr val="173D35"/>
                          </a:solidFill>
                          <a:latin typeface="Nimbus Sans"/>
                          <a:ea typeface="Nimbus Sans"/>
                          <a:cs typeface="Nimbus Sans"/>
                        </a:rPr>
                        <a:t>Today</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75" b="0">
                          <a:solidFill>
                            <a:srgbClr val="173D35"/>
                          </a:solidFill>
                          <a:latin typeface="Nimbus Sans"/>
                          <a:ea typeface="Nimbus Sans"/>
                          <a:cs typeface="Nimbus Sans"/>
                        </a:rPr>
                        <a:t>$10</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650875">
                <a:tc>
                  <a:txBody>
                    <a:bodyPr lIns="152400" tIns="95250" rIns="95250" bIns="76200"/>
                    <a:lstStyle/>
                    <a:p>
                      <a:r>
                        <a:rPr sz="2175" b="0">
                          <a:solidFill>
                            <a:srgbClr val="173D35"/>
                          </a:solidFill>
                          <a:latin typeface="Nimbus Sans"/>
                          <a:ea typeface="Nimbus Sans"/>
                          <a:cs typeface="Nimbus Sans"/>
                        </a:rPr>
                        <a:t>After 1 week</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75" b="0">
                          <a:solidFill>
                            <a:srgbClr val="173D35"/>
                          </a:solidFill>
                          <a:latin typeface="Nimbus Sans"/>
                          <a:ea typeface="Nimbus Sans"/>
                          <a:cs typeface="Nimbus Sans"/>
                        </a:rPr>
                        <a:t>$15</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650875">
                <a:tc>
                  <a:txBody>
                    <a:bodyPr lIns="152400" tIns="95250" rIns="95250" bIns="76200"/>
                    <a:lstStyle/>
                    <a:p>
                      <a:r>
                        <a:rPr sz="2175" b="0">
                          <a:solidFill>
                            <a:srgbClr val="173D35"/>
                          </a:solidFill>
                          <a:latin typeface="Nimbus Sans"/>
                          <a:ea typeface="Nimbus Sans"/>
                          <a:cs typeface="Nimbus Sans"/>
                        </a:rPr>
                        <a:t>After 2 weeks</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75" b="0">
                          <a:solidFill>
                            <a:srgbClr val="173D35"/>
                          </a:solidFill>
                          <a:latin typeface="Nimbus Sans"/>
                          <a:ea typeface="Nimbus Sans"/>
                          <a:cs typeface="Nimbus Sans"/>
                        </a:rPr>
                        <a:t>$20</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650875">
                <a:tc>
                  <a:txBody>
                    <a:bodyPr lIns="152400" tIns="95250" rIns="95250" bIns="76200"/>
                    <a:lstStyle/>
                    <a:p>
                      <a:r>
                        <a:rPr sz="2175" b="0">
                          <a:solidFill>
                            <a:srgbClr val="173D35"/>
                          </a:solidFill>
                          <a:latin typeface="Nimbus Sans"/>
                          <a:ea typeface="Nimbus Sans"/>
                          <a:cs typeface="Nimbus Sans"/>
                        </a:rPr>
                        <a:t>After 3 weeks</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75" b="0">
                          <a:solidFill>
                            <a:srgbClr val="173D35"/>
                          </a:solidFill>
                          <a:latin typeface="Nimbus Sans"/>
                          <a:ea typeface="Nimbus Sans"/>
                          <a:cs typeface="Nimbus Sans"/>
                        </a:rPr>
                        <a:t>$25</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650875">
                <a:tc>
                  <a:txBody>
                    <a:bodyPr lIns="152400" tIns="95250" rIns="95250" bIns="76200"/>
                    <a:lstStyle/>
                    <a:p>
                      <a:r>
                        <a:rPr sz="2175" b="0">
                          <a:solidFill>
                            <a:srgbClr val="173D35"/>
                          </a:solidFill>
                          <a:latin typeface="Nimbus Sans"/>
                          <a:ea typeface="Nimbus Sans"/>
                          <a:cs typeface="Nimbus Sans"/>
                        </a:rPr>
                        <a:t>After 4 weeks</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75" b="0">
                          <a:solidFill>
                            <a:srgbClr val="173D35"/>
                          </a:solidFill>
                          <a:latin typeface="Nimbus Sans"/>
                          <a:ea typeface="Nimbus Sans"/>
                          <a:cs typeface="Nimbus Sans"/>
                        </a:rPr>
                        <a:t>$30</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bl>
          </a:graphicData>
        </a:graphic>
      </p:graphicFrame>
      <p:sp>
        <p:nvSpPr>
          <p:cNvPr id="4" name="plan">
            <a:extLst xmlns:a="http://schemas.openxmlformats.org/drawingml/2006/main">
              <a:ext uri="{FF2B5EF4-FFF2-40B4-BE49-F238E27FC236}">
                <a16:creationId xmlns:a16="http://schemas.microsoft.com/office/drawing/2014/main" id="{E6BB1C4E-2AA1-48FA-85B6-E83F71B53DC7}"/>
              </a:ext>
            </a:extLst>
          </p:cNvPr>
          <p:cNvSpPr>
            <a:spLocks xmlns:a="http://schemas.openxmlformats.org/drawingml/2006/main" noGrp="1"/>
          </p:cNvSpPr>
          <p:nvPr/>
        </p:nvSpPr>
        <p:spPr>
          <a:xfrm xmlns:a="http://schemas.openxmlformats.org/drawingml/2006/main">
            <a:off x="7839075" y="2190750"/>
            <a:ext cx="35718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A3432C"/>
                </a:solidFill>
                <a:latin typeface="Nimbus Sans"/>
                <a:ea typeface="Nimbus Sans"/>
                <a:cs typeface="Nimbus Sans"/>
              </a:defRPr>
            </a:defPPr>
            <a:lvl1pPr algn="l">
              <a:buNone/>
              <a:defRPr sz="3900" b="1">
                <a:solidFill>
                  <a:srgbClr val="A3432C"/>
                </a:solidFill>
                <a:latin typeface="Nimbus Sans"/>
                <a:ea typeface="Nimbus Sans"/>
                <a:cs typeface="Nimbus Sans"/>
              </a:defRPr>
            </a:lvl1pPr>
            <a:lvl2pPr algn="l">
              <a:buNone/>
              <a:defRPr sz="3900" b="1">
                <a:solidFill>
                  <a:srgbClr val="A3432C"/>
                </a:solidFill>
                <a:latin typeface="Nimbus Sans"/>
                <a:ea typeface="Nimbus Sans"/>
                <a:cs typeface="Nimbus Sans"/>
              </a:defRPr>
            </a:lvl2pPr>
            <a:lvl3pPr algn="l">
              <a:buNone/>
              <a:defRPr sz="3900" b="1">
                <a:solidFill>
                  <a:srgbClr val="A3432C"/>
                </a:solidFill>
                <a:latin typeface="Nimbus Sans"/>
                <a:ea typeface="Nimbus Sans"/>
                <a:cs typeface="Nimbus Sans"/>
              </a:defRPr>
            </a:lvl3pPr>
            <a:lvl4pPr algn="l">
              <a:buNone/>
              <a:defRPr sz="3900" b="1">
                <a:solidFill>
                  <a:srgbClr val="A3432C"/>
                </a:solidFill>
                <a:latin typeface="Nimbus Sans"/>
                <a:ea typeface="Nimbus Sans"/>
                <a:cs typeface="Nimbus Sans"/>
              </a:defRPr>
            </a:lvl4pPr>
            <a:lvl5pPr algn="l">
              <a:buNone/>
              <a:defRPr sz="3900" b="1">
                <a:solidFill>
                  <a:srgbClr val="A3432C"/>
                </a:solidFill>
                <a:latin typeface="Nimbus Sans"/>
                <a:ea typeface="Nimbus Sans"/>
                <a:cs typeface="Nimbus Sans"/>
              </a:defRPr>
            </a:lvl5pPr>
            <a:lvl6pPr algn="l">
              <a:buNone/>
              <a:defRPr sz="3900" b="1">
                <a:solidFill>
                  <a:srgbClr val="A3432C"/>
                </a:solidFill>
                <a:latin typeface="Nimbus Sans"/>
                <a:ea typeface="Nimbus Sans"/>
                <a:cs typeface="Nimbus Sans"/>
              </a:defRPr>
            </a:lvl6pPr>
            <a:lvl7pPr algn="l">
              <a:buNone/>
              <a:defRPr sz="3900" b="1">
                <a:solidFill>
                  <a:srgbClr val="A3432C"/>
                </a:solidFill>
                <a:latin typeface="Nimbus Sans"/>
                <a:ea typeface="Nimbus Sans"/>
                <a:cs typeface="Nimbus Sans"/>
              </a:defRPr>
            </a:lvl7pPr>
            <a:lvl8pPr algn="l">
              <a:buNone/>
              <a:defRPr sz="3900" b="1">
                <a:solidFill>
                  <a:srgbClr val="A3432C"/>
                </a:solidFill>
                <a:latin typeface="Nimbus Sans"/>
                <a:ea typeface="Nimbus Sans"/>
                <a:cs typeface="Nimbus Sans"/>
              </a:defRPr>
            </a:lvl8pPr>
            <a:lvl9pPr algn="l">
              <a:buNone/>
              <a:defRPr sz="3900" b="1">
                <a:solidFill>
                  <a:srgbClr val="A3432C"/>
                </a:solidFill>
                <a:latin typeface="Nimbus Sans"/>
                <a:ea typeface="Nimbus Sans"/>
                <a:cs typeface="Nimbus Sans"/>
              </a:defRPr>
            </a:lvl9pPr>
          </a:lstStyle>
          <a:p xmlns:a="http://schemas.openxmlformats.org/drawingml/2006/main">
            <a:pPr algn="l">
              <a:buNone/>
              <a:defRPr sz="3900" b="1">
                <a:solidFill>
                  <a:srgbClr val="A3432C"/>
                </a:solidFill>
                <a:latin typeface="Nimbus Sans"/>
                <a:ea typeface="Nimbus Sans"/>
                <a:cs typeface="Nimbus Sans"/>
              </a:defRPr>
            </a:pPr>
            <a:r>
              <a:rPr sz="3900" b="1">
                <a:solidFill>
                  <a:srgbClr val="A3432C"/>
                </a:solidFill>
                <a:latin typeface="Nimbus Sans"/>
                <a:ea typeface="Nimbus Sans"/>
                <a:cs typeface="Nimbus Sans"/>
              </a:rPr>
              <a:t>Save $5</a:t>
            </a:r>
          </a:p>
          <a:p xmlns:a="http://schemas.openxmlformats.org/drawingml/2006/main">
            <a:pPr algn="l">
              <a:buNone/>
              <a:defRPr sz="3900" b="1">
                <a:solidFill>
                  <a:srgbClr val="A3432C"/>
                </a:solidFill>
                <a:latin typeface="Nimbus Sans"/>
                <a:ea typeface="Nimbus Sans"/>
                <a:cs typeface="Nimbus Sans"/>
              </a:defRPr>
            </a:pPr>
            <a:r>
              <a:rPr sz="3900" b="1">
                <a:solidFill>
                  <a:srgbClr val="A3432C"/>
                </a:solidFill>
                <a:latin typeface="Nimbus Sans"/>
                <a:ea typeface="Nimbus Sans"/>
                <a:cs typeface="Nimbus Sans"/>
              </a:rPr>
              <a:t>each week</a:t>
            </a:r>
          </a:p>
        </p:txBody>
      </p:sp>
      <p:sp>
        <p:nvSpPr>
          <p:cNvPr id="5" name="goal">
            <a:extLst xmlns:a="http://schemas.openxmlformats.org/drawingml/2006/main">
              <a:ext uri="{FF2B5EF4-FFF2-40B4-BE49-F238E27FC236}">
                <a16:creationId xmlns:a16="http://schemas.microsoft.com/office/drawing/2014/main" id="{CA3E77AF-A16E-427F-BF5B-E9E346B583E7}"/>
              </a:ext>
            </a:extLst>
          </p:cNvPr>
          <p:cNvSpPr>
            <a:spLocks xmlns:a="http://schemas.openxmlformats.org/drawingml/2006/main" noGrp="1"/>
          </p:cNvSpPr>
          <p:nvPr/>
        </p:nvSpPr>
        <p:spPr>
          <a:xfrm xmlns:a="http://schemas.openxmlformats.org/drawingml/2006/main">
            <a:off x="7839075" y="4200525"/>
            <a:ext cx="357187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173D35"/>
                </a:solidFill>
                <a:latin typeface="Nimbus Sans"/>
                <a:ea typeface="Nimbus Sans"/>
                <a:cs typeface="Nimbus Sans"/>
              </a:defRPr>
            </a:defPPr>
            <a:lvl1pPr algn="l">
              <a:buNone/>
              <a:defRPr sz="2775" b="0">
                <a:solidFill>
                  <a:srgbClr val="173D35"/>
                </a:solidFill>
                <a:latin typeface="Nimbus Sans"/>
                <a:ea typeface="Nimbus Sans"/>
                <a:cs typeface="Nimbus Sans"/>
              </a:defRPr>
            </a:lvl1pPr>
            <a:lvl2pPr algn="l">
              <a:buNone/>
              <a:defRPr sz="2775" b="0">
                <a:solidFill>
                  <a:srgbClr val="173D35"/>
                </a:solidFill>
                <a:latin typeface="Nimbus Sans"/>
                <a:ea typeface="Nimbus Sans"/>
                <a:cs typeface="Nimbus Sans"/>
              </a:defRPr>
            </a:lvl2pPr>
            <a:lvl3pPr algn="l">
              <a:buNone/>
              <a:defRPr sz="2775" b="0">
                <a:solidFill>
                  <a:srgbClr val="173D35"/>
                </a:solidFill>
                <a:latin typeface="Nimbus Sans"/>
                <a:ea typeface="Nimbus Sans"/>
                <a:cs typeface="Nimbus Sans"/>
              </a:defRPr>
            </a:lvl3pPr>
            <a:lvl4pPr algn="l">
              <a:buNone/>
              <a:defRPr sz="2775" b="0">
                <a:solidFill>
                  <a:srgbClr val="173D35"/>
                </a:solidFill>
                <a:latin typeface="Nimbus Sans"/>
                <a:ea typeface="Nimbus Sans"/>
                <a:cs typeface="Nimbus Sans"/>
              </a:defRPr>
            </a:lvl4pPr>
            <a:lvl5pPr algn="l">
              <a:buNone/>
              <a:defRPr sz="2775" b="0">
                <a:solidFill>
                  <a:srgbClr val="173D35"/>
                </a:solidFill>
                <a:latin typeface="Nimbus Sans"/>
                <a:ea typeface="Nimbus Sans"/>
                <a:cs typeface="Nimbus Sans"/>
              </a:defRPr>
            </a:lvl5pPr>
            <a:lvl6pPr algn="l">
              <a:buNone/>
              <a:defRPr sz="2775" b="0">
                <a:solidFill>
                  <a:srgbClr val="173D35"/>
                </a:solidFill>
                <a:latin typeface="Nimbus Sans"/>
                <a:ea typeface="Nimbus Sans"/>
                <a:cs typeface="Nimbus Sans"/>
              </a:defRPr>
            </a:lvl6pPr>
            <a:lvl7pPr algn="l">
              <a:buNone/>
              <a:defRPr sz="2775" b="0">
                <a:solidFill>
                  <a:srgbClr val="173D35"/>
                </a:solidFill>
                <a:latin typeface="Nimbus Sans"/>
                <a:ea typeface="Nimbus Sans"/>
                <a:cs typeface="Nimbus Sans"/>
              </a:defRPr>
            </a:lvl7pPr>
            <a:lvl8pPr algn="l">
              <a:buNone/>
              <a:defRPr sz="2775" b="0">
                <a:solidFill>
                  <a:srgbClr val="173D35"/>
                </a:solidFill>
                <a:latin typeface="Nimbus Sans"/>
                <a:ea typeface="Nimbus Sans"/>
                <a:cs typeface="Nimbus Sans"/>
              </a:defRPr>
            </a:lvl8pPr>
            <a:lvl9pPr algn="l">
              <a:buNone/>
              <a:defRPr sz="2775" b="0">
                <a:solidFill>
                  <a:srgbClr val="173D35"/>
                </a:solidFill>
                <a:latin typeface="Nimbus Sans"/>
                <a:ea typeface="Nimbus Sans"/>
                <a:cs typeface="Nimbus Sans"/>
              </a:defRPr>
            </a:lvl9pPr>
          </a:lstStyle>
          <a:p xmlns:a="http://schemas.openxmlformats.org/drawingml/2006/main">
            <a:pPr algn="l">
              <a:buNone/>
              <a:defRPr sz="2775" b="0">
                <a:solidFill>
                  <a:srgbClr val="173D35"/>
                </a:solidFill>
                <a:latin typeface="Nimbus Sans"/>
                <a:ea typeface="Nimbus Sans"/>
                <a:cs typeface="Nimbus Sans"/>
              </a:defRPr>
            </a:pPr>
            <a:r>
              <a:rPr sz="2775" b="0">
                <a:solidFill>
                  <a:srgbClr val="173D35"/>
                </a:solidFill>
                <a:latin typeface="Nimbus Sans"/>
                <a:ea typeface="Nimbus Sans"/>
                <a:cs typeface="Nimbus Sans"/>
              </a:rPr>
              <a:t>The $30 goal</a:t>
            </a:r>
          </a:p>
          <a:p xmlns:a="http://schemas.openxmlformats.org/drawingml/2006/main">
            <a:pPr algn="l">
              <a:buNone/>
              <a:defRPr sz="2775" b="0">
                <a:solidFill>
                  <a:srgbClr val="173D35"/>
                </a:solidFill>
                <a:latin typeface="Nimbus Sans"/>
                <a:ea typeface="Nimbus Sans"/>
                <a:cs typeface="Nimbus Sans"/>
              </a:defRPr>
            </a:pPr>
            <a:r>
              <a:rPr sz="2775" b="0">
                <a:solidFill>
                  <a:srgbClr val="173D35"/>
                </a:solidFill>
                <a:latin typeface="Nimbus Sans"/>
                <a:ea typeface="Nimbus Sans"/>
                <a:cs typeface="Nimbus Sans"/>
              </a:rPr>
              <a:t>takes 4 weeks.</a:t>
            </a:r>
          </a:p>
        </p:txBody>
      </p:sp>
    </p:spTree>
    <p:extLst>
      <p:ext uri="{BB962C8B-B14F-4D97-AF65-F5344CB8AC3E}">
        <p14:creationId xmlns:p14="http://schemas.microsoft.com/office/powerpoint/2010/main" val="1249419775"/>
      </p:ext>
    </p:extLst>
  </p:cSld>
</p:sld>
</file>

<file path=ppt/slides/slide10.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7" name="headline">
            <a:extLst xmlns:a="http://schemas.openxmlformats.org/drawingml/2006/main">
              <a:ext uri="{FF2B5EF4-FFF2-40B4-BE49-F238E27FC236}">
                <a16:creationId xmlns:a16="http://schemas.microsoft.com/office/drawing/2014/main" id="{787251C8-E733-4138-B3D0-D3928EC1DB09}"/>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defRPr sz="3900" b="1">
                <a:solidFill>
                  <a:srgbClr val="173D35"/>
                </a:solidFill>
                <a:latin typeface="Nimbus Sans"/>
                <a:ea typeface="Nimbus Sans"/>
                <a:cs typeface="Nimbus Sans"/>
              </a:defRPr>
            </a:lvl1pPr>
            <a:lvl2pPr algn="l">
              <a:defRPr sz="3900" b="1">
                <a:solidFill>
                  <a:srgbClr val="173D35"/>
                </a:solidFill>
                <a:latin typeface="Nimbus Sans"/>
                <a:ea typeface="Nimbus Sans"/>
                <a:cs typeface="Nimbus Sans"/>
              </a:defRPr>
            </a:lvl2pPr>
            <a:lvl3pPr algn="l">
              <a:defRPr sz="3900" b="1">
                <a:solidFill>
                  <a:srgbClr val="173D35"/>
                </a:solidFill>
                <a:latin typeface="Nimbus Sans"/>
                <a:ea typeface="Nimbus Sans"/>
                <a:cs typeface="Nimbus Sans"/>
              </a:defRPr>
            </a:lvl3pPr>
            <a:lvl4pPr algn="l">
              <a:defRPr sz="3900" b="1">
                <a:solidFill>
                  <a:srgbClr val="173D35"/>
                </a:solidFill>
                <a:latin typeface="Nimbus Sans"/>
                <a:ea typeface="Nimbus Sans"/>
                <a:cs typeface="Nimbus Sans"/>
              </a:defRPr>
            </a:lvl4pPr>
            <a:lvl5pPr algn="l">
              <a:defRPr sz="3900" b="1">
                <a:solidFill>
                  <a:srgbClr val="173D35"/>
                </a:solidFill>
                <a:latin typeface="Nimbus Sans"/>
                <a:ea typeface="Nimbus Sans"/>
                <a:cs typeface="Nimbus Sans"/>
              </a:defRPr>
            </a:lvl5pPr>
            <a:lvl6pPr algn="l">
              <a:defRPr sz="3900" b="1">
                <a:solidFill>
                  <a:srgbClr val="173D35"/>
                </a:solidFill>
                <a:latin typeface="Nimbus Sans"/>
                <a:ea typeface="Nimbus Sans"/>
                <a:cs typeface="Nimbus Sans"/>
              </a:defRPr>
            </a:lvl6pPr>
            <a:lvl7pPr algn="l">
              <a:defRPr sz="3900" b="1">
                <a:solidFill>
                  <a:srgbClr val="173D35"/>
                </a:solidFill>
                <a:latin typeface="Nimbus Sans"/>
                <a:ea typeface="Nimbus Sans"/>
                <a:cs typeface="Nimbus Sans"/>
              </a:defRPr>
            </a:lvl7pPr>
            <a:lvl8pPr algn="l">
              <a:defRPr sz="3900" b="1">
                <a:solidFill>
                  <a:srgbClr val="173D35"/>
                </a:solidFill>
                <a:latin typeface="Nimbus Sans"/>
                <a:ea typeface="Nimbus Sans"/>
                <a:cs typeface="Nimbus Sans"/>
              </a:defRPr>
            </a:lvl8pPr>
            <a:lvl9pPr algn="l">
              <a:defRPr sz="3900" b="1">
                <a:solidFill>
                  <a:srgbClr val="173D35"/>
                </a:solidFill>
                <a:latin typeface="Nimbus Sans"/>
                <a:ea typeface="Nimbus Sans"/>
                <a:cs typeface="Nimbus Sans"/>
              </a:defRPr>
            </a:lvl9pPr>
          </a:lstStyle>
          <a:p xmlns:a="http://schemas.openxmlformats.org/drawingml/2006/main">
            <a:pPr algn="l">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A saving plan to work out</a:t>
            </a:r>
          </a:p>
        </p:txBody>
      </p:sp>
      <p:sp>
        <p:nvSpPr>
          <p:cNvPr id="2" name="goal">
            <a:extLst xmlns:a="http://schemas.openxmlformats.org/drawingml/2006/main">
              <a:ext uri="{FF2B5EF4-FFF2-40B4-BE49-F238E27FC236}">
                <a16:creationId xmlns:a16="http://schemas.microsoft.com/office/drawing/2014/main" id="{EFA1B962-11AD-4D03-B62D-F9BC8A6F8EBF}"/>
              </a:ext>
            </a:extLst>
          </p:cNvPr>
          <p:cNvSpPr>
            <a:spLocks xmlns:a="http://schemas.openxmlformats.org/drawingml/2006/main" noGrp="1"/>
          </p:cNvSpPr>
          <p:nvPr/>
        </p:nvSpPr>
        <p:spPr>
          <a:xfrm xmlns:a="http://schemas.openxmlformats.org/drawingml/2006/main">
            <a:off x="685800" y="19240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73D35"/>
                </a:solidFill>
                <a:latin typeface="Nimbus Sans"/>
                <a:ea typeface="Nimbus Sans"/>
                <a:cs typeface="Nimbus Sans"/>
              </a:defRPr>
            </a:defPPr>
            <a:lvl1pPr algn="l">
              <a:defRPr sz="4050" b="1">
                <a:solidFill>
                  <a:srgbClr val="173D35"/>
                </a:solidFill>
                <a:latin typeface="Nimbus Sans"/>
                <a:ea typeface="Nimbus Sans"/>
                <a:cs typeface="Nimbus Sans"/>
              </a:defRPr>
            </a:lvl1pPr>
            <a:lvl2pPr algn="l">
              <a:defRPr sz="4050" b="1">
                <a:solidFill>
                  <a:srgbClr val="173D35"/>
                </a:solidFill>
                <a:latin typeface="Nimbus Sans"/>
                <a:ea typeface="Nimbus Sans"/>
                <a:cs typeface="Nimbus Sans"/>
              </a:defRPr>
            </a:lvl2pPr>
            <a:lvl3pPr algn="l">
              <a:defRPr sz="4050" b="1">
                <a:solidFill>
                  <a:srgbClr val="173D35"/>
                </a:solidFill>
                <a:latin typeface="Nimbus Sans"/>
                <a:ea typeface="Nimbus Sans"/>
                <a:cs typeface="Nimbus Sans"/>
              </a:defRPr>
            </a:lvl3pPr>
            <a:lvl4pPr algn="l">
              <a:defRPr sz="4050" b="1">
                <a:solidFill>
                  <a:srgbClr val="173D35"/>
                </a:solidFill>
                <a:latin typeface="Nimbus Sans"/>
                <a:ea typeface="Nimbus Sans"/>
                <a:cs typeface="Nimbus Sans"/>
              </a:defRPr>
            </a:lvl4pPr>
            <a:lvl5pPr algn="l">
              <a:defRPr sz="4050" b="1">
                <a:solidFill>
                  <a:srgbClr val="173D35"/>
                </a:solidFill>
                <a:latin typeface="Nimbus Sans"/>
                <a:ea typeface="Nimbus Sans"/>
                <a:cs typeface="Nimbus Sans"/>
              </a:defRPr>
            </a:lvl5pPr>
            <a:lvl6pPr algn="l">
              <a:defRPr sz="4050" b="1">
                <a:solidFill>
                  <a:srgbClr val="173D35"/>
                </a:solidFill>
                <a:latin typeface="Nimbus Sans"/>
                <a:ea typeface="Nimbus Sans"/>
                <a:cs typeface="Nimbus Sans"/>
              </a:defRPr>
            </a:lvl6pPr>
            <a:lvl7pPr algn="l">
              <a:defRPr sz="4050" b="1">
                <a:solidFill>
                  <a:srgbClr val="173D35"/>
                </a:solidFill>
                <a:latin typeface="Nimbus Sans"/>
                <a:ea typeface="Nimbus Sans"/>
                <a:cs typeface="Nimbus Sans"/>
              </a:defRPr>
            </a:lvl7pPr>
            <a:lvl8pPr algn="l">
              <a:defRPr sz="4050" b="1">
                <a:solidFill>
                  <a:srgbClr val="173D35"/>
                </a:solidFill>
                <a:latin typeface="Nimbus Sans"/>
                <a:ea typeface="Nimbus Sans"/>
                <a:cs typeface="Nimbus Sans"/>
              </a:defRPr>
            </a:lvl8pPr>
            <a:lvl9pPr algn="l">
              <a:defRPr sz="4050" b="1">
                <a:solidFill>
                  <a:srgbClr val="173D35"/>
                </a:solidFill>
                <a:latin typeface="Nimbus Sans"/>
                <a:ea typeface="Nimbus Sans"/>
                <a:cs typeface="Nimbus Sans"/>
              </a:defRPr>
            </a:lvl9pPr>
          </a:lstStyle>
          <a:p xmlns:a="http://schemas.openxmlformats.org/drawingml/2006/main">
            <a:pPr algn="l">
              <a:defRPr sz="4050" b="1">
                <a:solidFill>
                  <a:srgbClr val="173D35"/>
                </a:solidFill>
                <a:latin typeface="Nimbus Sans"/>
                <a:ea typeface="Nimbus Sans"/>
                <a:cs typeface="Nimbus Sans"/>
              </a:defRPr>
            </a:pPr>
            <a:r>
              <a:rPr sz="4050" b="1">
                <a:solidFill>
                  <a:srgbClr val="173D35"/>
                </a:solidFill>
                <a:latin typeface="Nimbus Sans"/>
                <a:ea typeface="Nimbus Sans"/>
                <a:cs typeface="Nimbus Sans"/>
              </a:rPr>
              <a:t>An art kit costs $24.</a:t>
            </a:r>
          </a:p>
        </p:txBody>
      </p:sp>
      <p:sp>
        <p:nvSpPr>
          <p:cNvPr id="3" name="start">
            <a:extLst xmlns:a="http://schemas.openxmlformats.org/drawingml/2006/main">
              <a:ext uri="{FF2B5EF4-FFF2-40B4-BE49-F238E27FC236}">
                <a16:creationId xmlns:a16="http://schemas.microsoft.com/office/drawing/2014/main" id="{D68CAFEC-A775-4952-B6EE-95A36C319B80}"/>
              </a:ext>
            </a:extLst>
          </p:cNvPr>
          <p:cNvSpPr>
            <a:spLocks xmlns:a="http://schemas.openxmlformats.org/drawingml/2006/main" noGrp="1"/>
          </p:cNvSpPr>
          <p:nvPr/>
        </p:nvSpPr>
        <p:spPr>
          <a:xfrm xmlns:a="http://schemas.openxmlformats.org/drawingml/2006/main">
            <a:off x="685800" y="29813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a:solidFill>
                  <a:srgbClr val="173D35"/>
                </a:solidFill>
                <a:latin typeface="Nimbus Sans"/>
                <a:ea typeface="Nimbus Sans"/>
                <a:cs typeface="Nimbus Sans"/>
              </a:defRPr>
            </a:defPPr>
            <a:lvl1pPr algn="l">
              <a:defRPr sz="3150" b="0">
                <a:solidFill>
                  <a:srgbClr val="173D35"/>
                </a:solidFill>
                <a:latin typeface="Nimbus Sans"/>
                <a:ea typeface="Nimbus Sans"/>
                <a:cs typeface="Nimbus Sans"/>
              </a:defRPr>
            </a:lvl1pPr>
            <a:lvl2pPr algn="l">
              <a:defRPr sz="3150" b="0">
                <a:solidFill>
                  <a:srgbClr val="173D35"/>
                </a:solidFill>
                <a:latin typeface="Nimbus Sans"/>
                <a:ea typeface="Nimbus Sans"/>
                <a:cs typeface="Nimbus Sans"/>
              </a:defRPr>
            </a:lvl2pPr>
            <a:lvl3pPr algn="l">
              <a:defRPr sz="3150" b="0">
                <a:solidFill>
                  <a:srgbClr val="173D35"/>
                </a:solidFill>
                <a:latin typeface="Nimbus Sans"/>
                <a:ea typeface="Nimbus Sans"/>
                <a:cs typeface="Nimbus Sans"/>
              </a:defRPr>
            </a:lvl3pPr>
            <a:lvl4pPr algn="l">
              <a:defRPr sz="3150" b="0">
                <a:solidFill>
                  <a:srgbClr val="173D35"/>
                </a:solidFill>
                <a:latin typeface="Nimbus Sans"/>
                <a:ea typeface="Nimbus Sans"/>
                <a:cs typeface="Nimbus Sans"/>
              </a:defRPr>
            </a:lvl4pPr>
            <a:lvl5pPr algn="l">
              <a:defRPr sz="3150" b="0">
                <a:solidFill>
                  <a:srgbClr val="173D35"/>
                </a:solidFill>
                <a:latin typeface="Nimbus Sans"/>
                <a:ea typeface="Nimbus Sans"/>
                <a:cs typeface="Nimbus Sans"/>
              </a:defRPr>
            </a:lvl5pPr>
            <a:lvl6pPr algn="l">
              <a:defRPr sz="3150" b="0">
                <a:solidFill>
                  <a:srgbClr val="173D35"/>
                </a:solidFill>
                <a:latin typeface="Nimbus Sans"/>
                <a:ea typeface="Nimbus Sans"/>
                <a:cs typeface="Nimbus Sans"/>
              </a:defRPr>
            </a:lvl6pPr>
            <a:lvl7pPr algn="l">
              <a:defRPr sz="3150" b="0">
                <a:solidFill>
                  <a:srgbClr val="173D35"/>
                </a:solidFill>
                <a:latin typeface="Nimbus Sans"/>
                <a:ea typeface="Nimbus Sans"/>
                <a:cs typeface="Nimbus Sans"/>
              </a:defRPr>
            </a:lvl7pPr>
            <a:lvl8pPr algn="l">
              <a:defRPr sz="3150" b="0">
                <a:solidFill>
                  <a:srgbClr val="173D35"/>
                </a:solidFill>
                <a:latin typeface="Nimbus Sans"/>
                <a:ea typeface="Nimbus Sans"/>
                <a:cs typeface="Nimbus Sans"/>
              </a:defRPr>
            </a:lvl8pPr>
            <a:lvl9pPr algn="l">
              <a:defRPr sz="3150" b="0">
                <a:solidFill>
                  <a:srgbClr val="173D35"/>
                </a:solidFill>
                <a:latin typeface="Nimbus Sans"/>
                <a:ea typeface="Nimbus Sans"/>
                <a:cs typeface="Nimbus Sans"/>
              </a:defRPr>
            </a:lvl9pPr>
          </a:lstStyle>
          <a:p xmlns:a="http://schemas.openxmlformats.org/drawingml/2006/main">
            <a:pPr algn="l">
              <a:defRPr sz="3150" b="0">
                <a:solidFill>
                  <a:srgbClr val="173D35"/>
                </a:solidFill>
                <a:latin typeface="Nimbus Sans"/>
                <a:ea typeface="Nimbus Sans"/>
                <a:cs typeface="Nimbus Sans"/>
              </a:defRPr>
            </a:pPr>
            <a:r>
              <a:rPr sz="3150" b="0">
                <a:solidFill>
                  <a:srgbClr val="173D35"/>
                </a:solidFill>
                <a:latin typeface="Nimbus Sans"/>
                <a:ea typeface="Nimbus Sans"/>
                <a:cs typeface="Nimbus Sans"/>
              </a:rPr>
              <a:t>You already have $6.</a:t>
            </a:r>
          </a:p>
        </p:txBody>
      </p:sp>
      <p:sp>
        <p:nvSpPr>
          <p:cNvPr id="4" name="weekly">
            <a:extLst xmlns:a="http://schemas.openxmlformats.org/drawingml/2006/main">
              <a:ext uri="{FF2B5EF4-FFF2-40B4-BE49-F238E27FC236}">
                <a16:creationId xmlns:a16="http://schemas.microsoft.com/office/drawing/2014/main" id="{4A3B7398-E681-496C-BBD3-D17FF3BC8442}"/>
              </a:ext>
            </a:extLst>
          </p:cNvPr>
          <p:cNvSpPr>
            <a:spLocks xmlns:a="http://schemas.openxmlformats.org/drawingml/2006/main" noGrp="1"/>
          </p:cNvSpPr>
          <p:nvPr/>
        </p:nvSpPr>
        <p:spPr>
          <a:xfrm xmlns:a="http://schemas.openxmlformats.org/drawingml/2006/main">
            <a:off x="685800" y="38957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a:solidFill>
                  <a:srgbClr val="173D35"/>
                </a:solidFill>
                <a:latin typeface="Nimbus Sans"/>
                <a:ea typeface="Nimbus Sans"/>
                <a:cs typeface="Nimbus Sans"/>
              </a:defRPr>
            </a:defPPr>
            <a:lvl1pPr algn="l">
              <a:defRPr sz="3150" b="0">
                <a:solidFill>
                  <a:srgbClr val="173D35"/>
                </a:solidFill>
                <a:latin typeface="Nimbus Sans"/>
                <a:ea typeface="Nimbus Sans"/>
                <a:cs typeface="Nimbus Sans"/>
              </a:defRPr>
            </a:lvl1pPr>
            <a:lvl2pPr algn="l">
              <a:defRPr sz="3150" b="0">
                <a:solidFill>
                  <a:srgbClr val="173D35"/>
                </a:solidFill>
                <a:latin typeface="Nimbus Sans"/>
                <a:ea typeface="Nimbus Sans"/>
                <a:cs typeface="Nimbus Sans"/>
              </a:defRPr>
            </a:lvl2pPr>
            <a:lvl3pPr algn="l">
              <a:defRPr sz="3150" b="0">
                <a:solidFill>
                  <a:srgbClr val="173D35"/>
                </a:solidFill>
                <a:latin typeface="Nimbus Sans"/>
                <a:ea typeface="Nimbus Sans"/>
                <a:cs typeface="Nimbus Sans"/>
              </a:defRPr>
            </a:lvl3pPr>
            <a:lvl4pPr algn="l">
              <a:defRPr sz="3150" b="0">
                <a:solidFill>
                  <a:srgbClr val="173D35"/>
                </a:solidFill>
                <a:latin typeface="Nimbus Sans"/>
                <a:ea typeface="Nimbus Sans"/>
                <a:cs typeface="Nimbus Sans"/>
              </a:defRPr>
            </a:lvl4pPr>
            <a:lvl5pPr algn="l">
              <a:defRPr sz="3150" b="0">
                <a:solidFill>
                  <a:srgbClr val="173D35"/>
                </a:solidFill>
                <a:latin typeface="Nimbus Sans"/>
                <a:ea typeface="Nimbus Sans"/>
                <a:cs typeface="Nimbus Sans"/>
              </a:defRPr>
            </a:lvl5pPr>
            <a:lvl6pPr algn="l">
              <a:defRPr sz="3150" b="0">
                <a:solidFill>
                  <a:srgbClr val="173D35"/>
                </a:solidFill>
                <a:latin typeface="Nimbus Sans"/>
                <a:ea typeface="Nimbus Sans"/>
                <a:cs typeface="Nimbus Sans"/>
              </a:defRPr>
            </a:lvl6pPr>
            <a:lvl7pPr algn="l">
              <a:defRPr sz="3150" b="0">
                <a:solidFill>
                  <a:srgbClr val="173D35"/>
                </a:solidFill>
                <a:latin typeface="Nimbus Sans"/>
                <a:ea typeface="Nimbus Sans"/>
                <a:cs typeface="Nimbus Sans"/>
              </a:defRPr>
            </a:lvl7pPr>
            <a:lvl8pPr algn="l">
              <a:defRPr sz="3150" b="0">
                <a:solidFill>
                  <a:srgbClr val="173D35"/>
                </a:solidFill>
                <a:latin typeface="Nimbus Sans"/>
                <a:ea typeface="Nimbus Sans"/>
                <a:cs typeface="Nimbus Sans"/>
              </a:defRPr>
            </a:lvl8pPr>
            <a:lvl9pPr algn="l">
              <a:defRPr sz="3150" b="0">
                <a:solidFill>
                  <a:srgbClr val="173D35"/>
                </a:solidFill>
                <a:latin typeface="Nimbus Sans"/>
                <a:ea typeface="Nimbus Sans"/>
                <a:cs typeface="Nimbus Sans"/>
              </a:defRPr>
            </a:lvl9pPr>
          </a:lstStyle>
          <a:p xmlns:a="http://schemas.openxmlformats.org/drawingml/2006/main">
            <a:pPr algn="l">
              <a:defRPr sz="3150" b="0">
                <a:solidFill>
                  <a:srgbClr val="173D35"/>
                </a:solidFill>
                <a:latin typeface="Nimbus Sans"/>
                <a:ea typeface="Nimbus Sans"/>
                <a:cs typeface="Nimbus Sans"/>
              </a:defRPr>
            </a:pPr>
            <a:r>
              <a:rPr sz="3150" b="0">
                <a:solidFill>
                  <a:srgbClr val="173D35"/>
                </a:solidFill>
                <a:latin typeface="Nimbus Sans"/>
                <a:ea typeface="Nimbus Sans"/>
                <a:cs typeface="Nimbus Sans"/>
              </a:rPr>
              <a:t>You save $3 each week.</a:t>
            </a:r>
          </a:p>
        </p:txBody>
      </p:sp>
      <p:sp>
        <p:nvSpPr>
          <p:cNvPr id="5" name="question">
            <a:extLst xmlns:a="http://schemas.openxmlformats.org/drawingml/2006/main">
              <a:ext uri="{FF2B5EF4-FFF2-40B4-BE49-F238E27FC236}">
                <a16:creationId xmlns:a16="http://schemas.microsoft.com/office/drawing/2014/main" id="{64D76E44-1116-4EC3-8173-891A1DDA3A21}"/>
              </a:ext>
            </a:extLst>
          </p:cNvPr>
          <p:cNvSpPr>
            <a:spLocks xmlns:a="http://schemas.openxmlformats.org/drawingml/2006/main" noGrp="1"/>
          </p:cNvSpPr>
          <p:nvPr/>
        </p:nvSpPr>
        <p:spPr>
          <a:xfrm xmlns:a="http://schemas.openxmlformats.org/drawingml/2006/main">
            <a:off x="685800" y="5172075"/>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A3432C"/>
                </a:solidFill>
                <a:latin typeface="Nimbus Sans"/>
                <a:ea typeface="Nimbus Sans"/>
                <a:cs typeface="Nimbus Sans"/>
              </a:defRPr>
            </a:defPPr>
            <a:lvl1pPr algn="l">
              <a:defRPr sz="3300" b="1">
                <a:solidFill>
                  <a:srgbClr val="A3432C"/>
                </a:solidFill>
                <a:latin typeface="Nimbus Sans"/>
                <a:ea typeface="Nimbus Sans"/>
                <a:cs typeface="Nimbus Sans"/>
              </a:defRPr>
            </a:lvl1pPr>
            <a:lvl2pPr algn="l">
              <a:defRPr sz="3300" b="1">
                <a:solidFill>
                  <a:srgbClr val="A3432C"/>
                </a:solidFill>
                <a:latin typeface="Nimbus Sans"/>
                <a:ea typeface="Nimbus Sans"/>
                <a:cs typeface="Nimbus Sans"/>
              </a:defRPr>
            </a:lvl2pPr>
            <a:lvl3pPr algn="l">
              <a:defRPr sz="3300" b="1">
                <a:solidFill>
                  <a:srgbClr val="A3432C"/>
                </a:solidFill>
                <a:latin typeface="Nimbus Sans"/>
                <a:ea typeface="Nimbus Sans"/>
                <a:cs typeface="Nimbus Sans"/>
              </a:defRPr>
            </a:lvl3pPr>
            <a:lvl4pPr algn="l">
              <a:defRPr sz="3300" b="1">
                <a:solidFill>
                  <a:srgbClr val="A3432C"/>
                </a:solidFill>
                <a:latin typeface="Nimbus Sans"/>
                <a:ea typeface="Nimbus Sans"/>
                <a:cs typeface="Nimbus Sans"/>
              </a:defRPr>
            </a:lvl4pPr>
            <a:lvl5pPr algn="l">
              <a:defRPr sz="3300" b="1">
                <a:solidFill>
                  <a:srgbClr val="A3432C"/>
                </a:solidFill>
                <a:latin typeface="Nimbus Sans"/>
                <a:ea typeface="Nimbus Sans"/>
                <a:cs typeface="Nimbus Sans"/>
              </a:defRPr>
            </a:lvl5pPr>
            <a:lvl6pPr algn="l">
              <a:defRPr sz="3300" b="1">
                <a:solidFill>
                  <a:srgbClr val="A3432C"/>
                </a:solidFill>
                <a:latin typeface="Nimbus Sans"/>
                <a:ea typeface="Nimbus Sans"/>
                <a:cs typeface="Nimbus Sans"/>
              </a:defRPr>
            </a:lvl6pPr>
            <a:lvl7pPr algn="l">
              <a:defRPr sz="3300" b="1">
                <a:solidFill>
                  <a:srgbClr val="A3432C"/>
                </a:solidFill>
                <a:latin typeface="Nimbus Sans"/>
                <a:ea typeface="Nimbus Sans"/>
                <a:cs typeface="Nimbus Sans"/>
              </a:defRPr>
            </a:lvl7pPr>
            <a:lvl8pPr algn="l">
              <a:defRPr sz="3300" b="1">
                <a:solidFill>
                  <a:srgbClr val="A3432C"/>
                </a:solidFill>
                <a:latin typeface="Nimbus Sans"/>
                <a:ea typeface="Nimbus Sans"/>
                <a:cs typeface="Nimbus Sans"/>
              </a:defRPr>
            </a:lvl8pPr>
            <a:lvl9pPr algn="l">
              <a:defRPr sz="3300" b="1">
                <a:solidFill>
                  <a:srgbClr val="A3432C"/>
                </a:solidFill>
                <a:latin typeface="Nimbus Sans"/>
                <a:ea typeface="Nimbus Sans"/>
                <a:cs typeface="Nimbus Sans"/>
              </a:defRPr>
            </a:lvl9pPr>
          </a:lstStyle>
          <a:p xmlns:a="http://schemas.openxmlformats.org/drawingml/2006/main">
            <a:pPr algn="l">
              <a:defRPr sz="3300" b="1">
                <a:solidFill>
                  <a:srgbClr val="A3432C"/>
                </a:solidFill>
                <a:latin typeface="Nimbus Sans"/>
                <a:ea typeface="Nimbus Sans"/>
                <a:cs typeface="Nimbus Sans"/>
              </a:defRPr>
            </a:pPr>
            <a:r>
              <a:rPr sz="3300" b="1">
                <a:solidFill>
                  <a:srgbClr val="A3432C"/>
                </a:solidFill>
                <a:latin typeface="Nimbus Sans"/>
                <a:ea typeface="Nimbus Sans"/>
                <a:cs typeface="Nimbus Sans"/>
              </a:rPr>
              <a:t>How many weeks would it take?</a:t>
            </a:r>
          </a:p>
        </p:txBody>
      </p:sp>
      <p:sp>
        <p:nvSpPr>
          <p:cNvPr id="6" name="page-number">
            <a:extLst xmlns:a="http://schemas.openxmlformats.org/drawingml/2006/main">
              <a:ext uri="{FF2B5EF4-FFF2-40B4-BE49-F238E27FC236}">
                <a16:creationId xmlns:a16="http://schemas.microsoft.com/office/drawing/2014/main" id="{2272F06F-5FD2-47C2-96B5-A608F0E82B87}"/>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defRPr sz="1500" b="0">
                <a:solidFill>
                  <a:srgbClr val="55655E"/>
                </a:solidFill>
                <a:latin typeface="Nimbus Sans"/>
                <a:ea typeface="Nimbus Sans"/>
                <a:cs typeface="Nimbus Sans"/>
              </a:defRPr>
            </a:lvl1pPr>
            <a:lvl2pPr algn="r">
              <a:defRPr sz="1500" b="0">
                <a:solidFill>
                  <a:srgbClr val="55655E"/>
                </a:solidFill>
                <a:latin typeface="Nimbus Sans"/>
                <a:ea typeface="Nimbus Sans"/>
                <a:cs typeface="Nimbus Sans"/>
              </a:defRPr>
            </a:lvl2pPr>
            <a:lvl3pPr algn="r">
              <a:defRPr sz="1500" b="0">
                <a:solidFill>
                  <a:srgbClr val="55655E"/>
                </a:solidFill>
                <a:latin typeface="Nimbus Sans"/>
                <a:ea typeface="Nimbus Sans"/>
                <a:cs typeface="Nimbus Sans"/>
              </a:defRPr>
            </a:lvl3pPr>
            <a:lvl4pPr algn="r">
              <a:defRPr sz="1500" b="0">
                <a:solidFill>
                  <a:srgbClr val="55655E"/>
                </a:solidFill>
                <a:latin typeface="Nimbus Sans"/>
                <a:ea typeface="Nimbus Sans"/>
                <a:cs typeface="Nimbus Sans"/>
              </a:defRPr>
            </a:lvl4pPr>
            <a:lvl5pPr algn="r">
              <a:defRPr sz="1500" b="0">
                <a:solidFill>
                  <a:srgbClr val="55655E"/>
                </a:solidFill>
                <a:latin typeface="Nimbus Sans"/>
                <a:ea typeface="Nimbus Sans"/>
                <a:cs typeface="Nimbus Sans"/>
              </a:defRPr>
            </a:lvl5pPr>
            <a:lvl6pPr algn="r">
              <a:defRPr sz="1500" b="0">
                <a:solidFill>
                  <a:srgbClr val="55655E"/>
                </a:solidFill>
                <a:latin typeface="Nimbus Sans"/>
                <a:ea typeface="Nimbus Sans"/>
                <a:cs typeface="Nimbus Sans"/>
              </a:defRPr>
            </a:lvl6pPr>
            <a:lvl7pPr algn="r">
              <a:defRPr sz="1500" b="0">
                <a:solidFill>
                  <a:srgbClr val="55655E"/>
                </a:solidFill>
                <a:latin typeface="Nimbus Sans"/>
                <a:ea typeface="Nimbus Sans"/>
                <a:cs typeface="Nimbus Sans"/>
              </a:defRPr>
            </a:lvl7pPr>
            <a:lvl8pPr algn="r">
              <a:defRPr sz="1500" b="0">
                <a:solidFill>
                  <a:srgbClr val="55655E"/>
                </a:solidFill>
                <a:latin typeface="Nimbus Sans"/>
                <a:ea typeface="Nimbus Sans"/>
                <a:cs typeface="Nimbus Sans"/>
              </a:defRPr>
            </a:lvl8pPr>
            <a:lvl9pPr algn="r">
              <a:defRPr sz="1500" b="0">
                <a:solidFill>
                  <a:srgbClr val="55655E"/>
                </a:solidFill>
                <a:latin typeface="Nimbus Sans"/>
                <a:ea typeface="Nimbus Sans"/>
                <a:cs typeface="Nimbus Sans"/>
              </a:defRPr>
            </a:lvl9pPr>
          </a:lstStyle>
          <a:p xmlns:a="http://schemas.openxmlformats.org/drawingml/2006/main">
            <a:pPr algn="r">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10</a:t>
            </a:r>
          </a:p>
        </p:txBody>
      </p:sp>
    </p:spTree>
    <p:extLst>
      <p:ext uri="{BB962C8B-B14F-4D97-AF65-F5344CB8AC3E}">
        <p14:creationId xmlns:p14="http://schemas.microsoft.com/office/powerpoint/2010/main" val="952046616"/>
      </p:ext>
    </p:extLst>
  </p:cSld>
</p:sld>
</file>

<file path=ppt/slides/slide11.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0" name="headline">
            <a:extLst xmlns:a="http://schemas.openxmlformats.org/drawingml/2006/main">
              <a:ext uri="{FF2B5EF4-FFF2-40B4-BE49-F238E27FC236}">
                <a16:creationId xmlns:a16="http://schemas.microsoft.com/office/drawing/2014/main" id="{7B57BC1C-106D-4E93-9EA6-C89FF073B3D1}"/>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buNone/>
              <a:defRPr sz="3900" b="1">
                <a:solidFill>
                  <a:srgbClr val="173D35"/>
                </a:solidFill>
                <a:latin typeface="Nimbus Sans"/>
                <a:ea typeface="Nimbus Sans"/>
                <a:cs typeface="Nimbus Sans"/>
              </a:defRPr>
            </a:lvl1pPr>
            <a:lvl2pPr algn="l">
              <a:buNone/>
              <a:defRPr sz="3900" b="1">
                <a:solidFill>
                  <a:srgbClr val="173D35"/>
                </a:solidFill>
                <a:latin typeface="Nimbus Sans"/>
                <a:ea typeface="Nimbus Sans"/>
                <a:cs typeface="Nimbus Sans"/>
              </a:defRPr>
            </a:lvl2pPr>
            <a:lvl3pPr algn="l">
              <a:buNone/>
              <a:defRPr sz="3900" b="1">
                <a:solidFill>
                  <a:srgbClr val="173D35"/>
                </a:solidFill>
                <a:latin typeface="Nimbus Sans"/>
                <a:ea typeface="Nimbus Sans"/>
                <a:cs typeface="Nimbus Sans"/>
              </a:defRPr>
            </a:lvl3pPr>
            <a:lvl4pPr algn="l">
              <a:buNone/>
              <a:defRPr sz="3900" b="1">
                <a:solidFill>
                  <a:srgbClr val="173D35"/>
                </a:solidFill>
                <a:latin typeface="Nimbus Sans"/>
                <a:ea typeface="Nimbus Sans"/>
                <a:cs typeface="Nimbus Sans"/>
              </a:defRPr>
            </a:lvl4pPr>
            <a:lvl5pPr algn="l">
              <a:buNone/>
              <a:defRPr sz="3900" b="1">
                <a:solidFill>
                  <a:srgbClr val="173D35"/>
                </a:solidFill>
                <a:latin typeface="Nimbus Sans"/>
                <a:ea typeface="Nimbus Sans"/>
                <a:cs typeface="Nimbus Sans"/>
              </a:defRPr>
            </a:lvl5pPr>
            <a:lvl6pPr algn="l">
              <a:buNone/>
              <a:defRPr sz="3900" b="1">
                <a:solidFill>
                  <a:srgbClr val="173D35"/>
                </a:solidFill>
                <a:latin typeface="Nimbus Sans"/>
                <a:ea typeface="Nimbus Sans"/>
                <a:cs typeface="Nimbus Sans"/>
              </a:defRPr>
            </a:lvl6pPr>
            <a:lvl7pPr algn="l">
              <a:buNone/>
              <a:defRPr sz="3900" b="1">
                <a:solidFill>
                  <a:srgbClr val="173D35"/>
                </a:solidFill>
                <a:latin typeface="Nimbus Sans"/>
                <a:ea typeface="Nimbus Sans"/>
                <a:cs typeface="Nimbus Sans"/>
              </a:defRPr>
            </a:lvl7pPr>
            <a:lvl8pPr algn="l">
              <a:buNone/>
              <a:defRPr sz="3900" b="1">
                <a:solidFill>
                  <a:srgbClr val="173D35"/>
                </a:solidFill>
                <a:latin typeface="Nimbus Sans"/>
                <a:ea typeface="Nimbus Sans"/>
                <a:cs typeface="Nimbus Sans"/>
              </a:defRPr>
            </a:lvl8pPr>
            <a:lvl9pPr algn="l">
              <a:buNone/>
              <a:defRPr sz="3900" b="1">
                <a:solidFill>
                  <a:srgbClr val="173D35"/>
                </a:solidFill>
                <a:latin typeface="Nimbus Sans"/>
                <a:ea typeface="Nimbus Sans"/>
                <a:cs typeface="Nimbus Sans"/>
              </a:defRPr>
            </a:lvl9pPr>
          </a:lstStyle>
          <a:p xmlns:a="http://schemas.openxmlformats.org/drawingml/2006/main">
            <a:pPr algn="l">
              <a:buNone/>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Different jobs for your money</a:t>
            </a:r>
          </a:p>
        </p:txBody>
      </p:sp>
      <p:sp>
        <p:nvSpPr>
          <p:cNvPr id="2" name="page-number">
            <a:extLst xmlns:a="http://schemas.openxmlformats.org/drawingml/2006/main">
              <a:ext uri="{FF2B5EF4-FFF2-40B4-BE49-F238E27FC236}">
                <a16:creationId xmlns:a16="http://schemas.microsoft.com/office/drawing/2014/main" id="{B39E53A9-C6E8-4277-8483-0960F7BCEA0F}"/>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buNone/>
              <a:defRPr sz="1500" b="0">
                <a:solidFill>
                  <a:srgbClr val="55655E"/>
                </a:solidFill>
                <a:latin typeface="Nimbus Sans"/>
                <a:ea typeface="Nimbus Sans"/>
                <a:cs typeface="Nimbus Sans"/>
              </a:defRPr>
            </a:lvl1pPr>
            <a:lvl2pPr algn="r">
              <a:buNone/>
              <a:defRPr sz="1500" b="0">
                <a:solidFill>
                  <a:srgbClr val="55655E"/>
                </a:solidFill>
                <a:latin typeface="Nimbus Sans"/>
                <a:ea typeface="Nimbus Sans"/>
                <a:cs typeface="Nimbus Sans"/>
              </a:defRPr>
            </a:lvl2pPr>
            <a:lvl3pPr algn="r">
              <a:buNone/>
              <a:defRPr sz="1500" b="0">
                <a:solidFill>
                  <a:srgbClr val="55655E"/>
                </a:solidFill>
                <a:latin typeface="Nimbus Sans"/>
                <a:ea typeface="Nimbus Sans"/>
                <a:cs typeface="Nimbus Sans"/>
              </a:defRPr>
            </a:lvl3pPr>
            <a:lvl4pPr algn="r">
              <a:buNone/>
              <a:defRPr sz="1500" b="0">
                <a:solidFill>
                  <a:srgbClr val="55655E"/>
                </a:solidFill>
                <a:latin typeface="Nimbus Sans"/>
                <a:ea typeface="Nimbus Sans"/>
                <a:cs typeface="Nimbus Sans"/>
              </a:defRPr>
            </a:lvl4pPr>
            <a:lvl5pPr algn="r">
              <a:buNone/>
              <a:defRPr sz="1500" b="0">
                <a:solidFill>
                  <a:srgbClr val="55655E"/>
                </a:solidFill>
                <a:latin typeface="Nimbus Sans"/>
                <a:ea typeface="Nimbus Sans"/>
                <a:cs typeface="Nimbus Sans"/>
              </a:defRPr>
            </a:lvl5pPr>
            <a:lvl6pPr algn="r">
              <a:buNone/>
              <a:defRPr sz="1500" b="0">
                <a:solidFill>
                  <a:srgbClr val="55655E"/>
                </a:solidFill>
                <a:latin typeface="Nimbus Sans"/>
                <a:ea typeface="Nimbus Sans"/>
                <a:cs typeface="Nimbus Sans"/>
              </a:defRPr>
            </a:lvl6pPr>
            <a:lvl7pPr algn="r">
              <a:buNone/>
              <a:defRPr sz="1500" b="0">
                <a:solidFill>
                  <a:srgbClr val="55655E"/>
                </a:solidFill>
                <a:latin typeface="Nimbus Sans"/>
                <a:ea typeface="Nimbus Sans"/>
                <a:cs typeface="Nimbus Sans"/>
              </a:defRPr>
            </a:lvl7pPr>
            <a:lvl8pPr algn="r">
              <a:buNone/>
              <a:defRPr sz="1500" b="0">
                <a:solidFill>
                  <a:srgbClr val="55655E"/>
                </a:solidFill>
                <a:latin typeface="Nimbus Sans"/>
                <a:ea typeface="Nimbus Sans"/>
                <a:cs typeface="Nimbus Sans"/>
              </a:defRPr>
            </a:lvl8pPr>
            <a:lvl9pPr algn="r">
              <a:buNone/>
              <a:defRPr sz="1500" b="0">
                <a:solidFill>
                  <a:srgbClr val="55655E"/>
                </a:solidFill>
                <a:latin typeface="Nimbus Sans"/>
                <a:ea typeface="Nimbus Sans"/>
                <a:cs typeface="Nimbus Sans"/>
              </a:defRPr>
            </a:lvl9pPr>
          </a:lstStyle>
          <a:p xmlns:a="http://schemas.openxmlformats.org/drawingml/2006/main">
            <a:pPr algn="r">
              <a:buNone/>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11</a:t>
            </a:r>
          </a:p>
        </p:txBody>
      </p:sp>
      <p:pic>
        <p:nvPicPr>
          <p:cNvPr id="3" name="">
            <a:extLst xmlns:a="http://schemas.openxmlformats.org/drawingml/2006/main">
              <a:ext uri="{FF2B5EF4-FFF2-40B4-BE49-F238E27FC236}">
                <a16:creationId xmlns:a16="http://schemas.microsoft.com/office/drawing/2014/main" id="{C154D9C8-9030-4029-AA0D-AEBFE70BED41}"/>
              </a:ext>
            </a:extLst>
          </p:cNvPr>
          <p:cNvPicPr>
            <a:picLocks xmlns:a="http://schemas.openxmlformats.org/drawingml/2006/main" noChangeAspect="1"/>
          </p:cNvPicPr>
          <p:nvPr/>
        </p:nvPicPr>
        <p:blipFill>
          <a:blip xmlns:r="http://schemas.openxmlformats.org/officeDocument/2006/relationships" xmlns:a="http://schemas.openxmlformats.org/drawingml/2006/main" r:embed="R95bf8ea7e8414d4d"/>
          <a:srcRect xmlns:a="http://schemas.openxmlformats.org/drawingml/2006/main" l="0" t="21467" r="0" b="21467"/>
          <a:stretch xmlns:a="http://schemas.openxmlformats.org/drawingml/2006/main">
            <a:fillRect l="0" t="0" r="0" b="0"/>
          </a:stretch>
        </p:blipFill>
        <p:spPr>
          <a:xfrm xmlns:a="http://schemas.openxmlformats.org/drawingml/2006/main">
            <a:off x="1714500" y="1485900"/>
            <a:ext cx="8763000" cy="3333750"/>
          </a:xfrm>
          <a:prstGeom xmlns:a="http://schemas.openxmlformats.org/drawingml/2006/main" prst="rect">
            <a:avLst/>
          </a:prstGeom>
        </p:spPr>
      </p:pic>
      <p:sp>
        <p:nvSpPr>
          <p:cNvPr id="4" name="spend">
            <a:extLst xmlns:a="http://schemas.openxmlformats.org/drawingml/2006/main">
              <a:ext uri="{FF2B5EF4-FFF2-40B4-BE49-F238E27FC236}">
                <a16:creationId xmlns:a16="http://schemas.microsoft.com/office/drawing/2014/main" id="{1DDB31E2-E667-4B34-A937-F87CCB535912}"/>
              </a:ext>
            </a:extLst>
          </p:cNvPr>
          <p:cNvSpPr>
            <a:spLocks xmlns:a="http://schemas.openxmlformats.org/drawingml/2006/main" noGrp="1"/>
          </p:cNvSpPr>
          <p:nvPr/>
        </p:nvSpPr>
        <p:spPr>
          <a:xfrm xmlns:a="http://schemas.openxmlformats.org/drawingml/2006/main">
            <a:off x="2095500" y="4857750"/>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300" b="1">
                <a:solidFill>
                  <a:srgbClr val="173D35"/>
                </a:solidFill>
                <a:latin typeface="Nimbus Sans"/>
                <a:ea typeface="Nimbus Sans"/>
                <a:cs typeface="Nimbus Sans"/>
              </a:defRPr>
            </a:defPPr>
            <a:lvl1pPr algn="ctr">
              <a:buNone/>
              <a:defRPr sz="3300" b="1">
                <a:solidFill>
                  <a:srgbClr val="173D35"/>
                </a:solidFill>
                <a:latin typeface="Nimbus Sans"/>
                <a:ea typeface="Nimbus Sans"/>
                <a:cs typeface="Nimbus Sans"/>
              </a:defRPr>
            </a:lvl1pPr>
            <a:lvl2pPr algn="ctr">
              <a:buNone/>
              <a:defRPr sz="3300" b="1">
                <a:solidFill>
                  <a:srgbClr val="173D35"/>
                </a:solidFill>
                <a:latin typeface="Nimbus Sans"/>
                <a:ea typeface="Nimbus Sans"/>
                <a:cs typeface="Nimbus Sans"/>
              </a:defRPr>
            </a:lvl2pPr>
            <a:lvl3pPr algn="ctr">
              <a:buNone/>
              <a:defRPr sz="3300" b="1">
                <a:solidFill>
                  <a:srgbClr val="173D35"/>
                </a:solidFill>
                <a:latin typeface="Nimbus Sans"/>
                <a:ea typeface="Nimbus Sans"/>
                <a:cs typeface="Nimbus Sans"/>
              </a:defRPr>
            </a:lvl3pPr>
            <a:lvl4pPr algn="ctr">
              <a:buNone/>
              <a:defRPr sz="3300" b="1">
                <a:solidFill>
                  <a:srgbClr val="173D35"/>
                </a:solidFill>
                <a:latin typeface="Nimbus Sans"/>
                <a:ea typeface="Nimbus Sans"/>
                <a:cs typeface="Nimbus Sans"/>
              </a:defRPr>
            </a:lvl4pPr>
            <a:lvl5pPr algn="ctr">
              <a:buNone/>
              <a:defRPr sz="3300" b="1">
                <a:solidFill>
                  <a:srgbClr val="173D35"/>
                </a:solidFill>
                <a:latin typeface="Nimbus Sans"/>
                <a:ea typeface="Nimbus Sans"/>
                <a:cs typeface="Nimbus Sans"/>
              </a:defRPr>
            </a:lvl5pPr>
            <a:lvl6pPr algn="ctr">
              <a:buNone/>
              <a:defRPr sz="3300" b="1">
                <a:solidFill>
                  <a:srgbClr val="173D35"/>
                </a:solidFill>
                <a:latin typeface="Nimbus Sans"/>
                <a:ea typeface="Nimbus Sans"/>
                <a:cs typeface="Nimbus Sans"/>
              </a:defRPr>
            </a:lvl6pPr>
            <a:lvl7pPr algn="ctr">
              <a:buNone/>
              <a:defRPr sz="3300" b="1">
                <a:solidFill>
                  <a:srgbClr val="173D35"/>
                </a:solidFill>
                <a:latin typeface="Nimbus Sans"/>
                <a:ea typeface="Nimbus Sans"/>
                <a:cs typeface="Nimbus Sans"/>
              </a:defRPr>
            </a:lvl7pPr>
            <a:lvl8pPr algn="ctr">
              <a:buNone/>
              <a:defRPr sz="3300" b="1">
                <a:solidFill>
                  <a:srgbClr val="173D35"/>
                </a:solidFill>
                <a:latin typeface="Nimbus Sans"/>
                <a:ea typeface="Nimbus Sans"/>
                <a:cs typeface="Nimbus Sans"/>
              </a:defRPr>
            </a:lvl8pPr>
            <a:lvl9pPr algn="ctr">
              <a:buNone/>
              <a:defRPr sz="3300" b="1">
                <a:solidFill>
                  <a:srgbClr val="173D35"/>
                </a:solidFill>
                <a:latin typeface="Nimbus Sans"/>
                <a:ea typeface="Nimbus Sans"/>
                <a:cs typeface="Nimbus Sans"/>
              </a:defRPr>
            </a:lvl9pPr>
          </a:lstStyle>
          <a:p xmlns:a="http://schemas.openxmlformats.org/drawingml/2006/main">
            <a:pPr algn="ctr">
              <a:buNone/>
              <a:defRPr sz="3300" b="1">
                <a:solidFill>
                  <a:srgbClr val="173D35"/>
                </a:solidFill>
                <a:latin typeface="Nimbus Sans"/>
                <a:ea typeface="Nimbus Sans"/>
                <a:cs typeface="Nimbus Sans"/>
              </a:defRPr>
            </a:pPr>
            <a:r>
              <a:rPr sz="3300" b="1">
                <a:solidFill>
                  <a:srgbClr val="173D35"/>
                </a:solidFill>
                <a:latin typeface="Nimbus Sans"/>
                <a:ea typeface="Nimbus Sans"/>
                <a:cs typeface="Nimbus Sans"/>
              </a:rPr>
              <a:t>Spend</a:t>
            </a:r>
          </a:p>
        </p:txBody>
      </p:sp>
      <p:sp>
        <p:nvSpPr>
          <p:cNvPr id="5" name="save">
            <a:extLst xmlns:a="http://schemas.openxmlformats.org/drawingml/2006/main">
              <a:ext uri="{FF2B5EF4-FFF2-40B4-BE49-F238E27FC236}">
                <a16:creationId xmlns:a16="http://schemas.microsoft.com/office/drawing/2014/main" id="{FDA00877-71F1-498C-8E52-4812302F9685}"/>
              </a:ext>
            </a:extLst>
          </p:cNvPr>
          <p:cNvSpPr>
            <a:spLocks xmlns:a="http://schemas.openxmlformats.org/drawingml/2006/main" noGrp="1"/>
          </p:cNvSpPr>
          <p:nvPr/>
        </p:nvSpPr>
        <p:spPr>
          <a:xfrm xmlns:a="http://schemas.openxmlformats.org/drawingml/2006/main">
            <a:off x="5000625" y="4857750"/>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300" b="1">
                <a:solidFill>
                  <a:srgbClr val="173D35"/>
                </a:solidFill>
                <a:latin typeface="Nimbus Sans"/>
                <a:ea typeface="Nimbus Sans"/>
                <a:cs typeface="Nimbus Sans"/>
              </a:defRPr>
            </a:defPPr>
            <a:lvl1pPr algn="ctr">
              <a:buNone/>
              <a:defRPr sz="3300" b="1">
                <a:solidFill>
                  <a:srgbClr val="173D35"/>
                </a:solidFill>
                <a:latin typeface="Nimbus Sans"/>
                <a:ea typeface="Nimbus Sans"/>
                <a:cs typeface="Nimbus Sans"/>
              </a:defRPr>
            </a:lvl1pPr>
            <a:lvl2pPr algn="ctr">
              <a:buNone/>
              <a:defRPr sz="3300" b="1">
                <a:solidFill>
                  <a:srgbClr val="173D35"/>
                </a:solidFill>
                <a:latin typeface="Nimbus Sans"/>
                <a:ea typeface="Nimbus Sans"/>
                <a:cs typeface="Nimbus Sans"/>
              </a:defRPr>
            </a:lvl2pPr>
            <a:lvl3pPr algn="ctr">
              <a:buNone/>
              <a:defRPr sz="3300" b="1">
                <a:solidFill>
                  <a:srgbClr val="173D35"/>
                </a:solidFill>
                <a:latin typeface="Nimbus Sans"/>
                <a:ea typeface="Nimbus Sans"/>
                <a:cs typeface="Nimbus Sans"/>
              </a:defRPr>
            </a:lvl3pPr>
            <a:lvl4pPr algn="ctr">
              <a:buNone/>
              <a:defRPr sz="3300" b="1">
                <a:solidFill>
                  <a:srgbClr val="173D35"/>
                </a:solidFill>
                <a:latin typeface="Nimbus Sans"/>
                <a:ea typeface="Nimbus Sans"/>
                <a:cs typeface="Nimbus Sans"/>
              </a:defRPr>
            </a:lvl4pPr>
            <a:lvl5pPr algn="ctr">
              <a:buNone/>
              <a:defRPr sz="3300" b="1">
                <a:solidFill>
                  <a:srgbClr val="173D35"/>
                </a:solidFill>
                <a:latin typeface="Nimbus Sans"/>
                <a:ea typeface="Nimbus Sans"/>
                <a:cs typeface="Nimbus Sans"/>
              </a:defRPr>
            </a:lvl5pPr>
            <a:lvl6pPr algn="ctr">
              <a:buNone/>
              <a:defRPr sz="3300" b="1">
                <a:solidFill>
                  <a:srgbClr val="173D35"/>
                </a:solidFill>
                <a:latin typeface="Nimbus Sans"/>
                <a:ea typeface="Nimbus Sans"/>
                <a:cs typeface="Nimbus Sans"/>
              </a:defRPr>
            </a:lvl6pPr>
            <a:lvl7pPr algn="ctr">
              <a:buNone/>
              <a:defRPr sz="3300" b="1">
                <a:solidFill>
                  <a:srgbClr val="173D35"/>
                </a:solidFill>
                <a:latin typeface="Nimbus Sans"/>
                <a:ea typeface="Nimbus Sans"/>
                <a:cs typeface="Nimbus Sans"/>
              </a:defRPr>
            </a:lvl7pPr>
            <a:lvl8pPr algn="ctr">
              <a:buNone/>
              <a:defRPr sz="3300" b="1">
                <a:solidFill>
                  <a:srgbClr val="173D35"/>
                </a:solidFill>
                <a:latin typeface="Nimbus Sans"/>
                <a:ea typeface="Nimbus Sans"/>
                <a:cs typeface="Nimbus Sans"/>
              </a:defRPr>
            </a:lvl8pPr>
            <a:lvl9pPr algn="ctr">
              <a:buNone/>
              <a:defRPr sz="3300" b="1">
                <a:solidFill>
                  <a:srgbClr val="173D35"/>
                </a:solidFill>
                <a:latin typeface="Nimbus Sans"/>
                <a:ea typeface="Nimbus Sans"/>
                <a:cs typeface="Nimbus Sans"/>
              </a:defRPr>
            </a:lvl9pPr>
          </a:lstStyle>
          <a:p xmlns:a="http://schemas.openxmlformats.org/drawingml/2006/main">
            <a:pPr algn="ctr">
              <a:buNone/>
              <a:defRPr sz="3300" b="1">
                <a:solidFill>
                  <a:srgbClr val="173D35"/>
                </a:solidFill>
                <a:latin typeface="Nimbus Sans"/>
                <a:ea typeface="Nimbus Sans"/>
                <a:cs typeface="Nimbus Sans"/>
              </a:defRPr>
            </a:pPr>
            <a:r>
              <a:rPr sz="3300" b="1">
                <a:solidFill>
                  <a:srgbClr val="173D35"/>
                </a:solidFill>
                <a:latin typeface="Nimbus Sans"/>
                <a:ea typeface="Nimbus Sans"/>
                <a:cs typeface="Nimbus Sans"/>
              </a:rPr>
              <a:t>Save</a:t>
            </a:r>
          </a:p>
        </p:txBody>
      </p:sp>
      <p:sp>
        <p:nvSpPr>
          <p:cNvPr id="6" name="share">
            <a:extLst xmlns:a="http://schemas.openxmlformats.org/drawingml/2006/main">
              <a:ext uri="{FF2B5EF4-FFF2-40B4-BE49-F238E27FC236}">
                <a16:creationId xmlns:a16="http://schemas.microsoft.com/office/drawing/2014/main" id="{0FE22933-DC01-41DE-9C3B-061290955D60}"/>
              </a:ext>
            </a:extLst>
          </p:cNvPr>
          <p:cNvSpPr>
            <a:spLocks xmlns:a="http://schemas.openxmlformats.org/drawingml/2006/main" noGrp="1"/>
          </p:cNvSpPr>
          <p:nvPr/>
        </p:nvSpPr>
        <p:spPr>
          <a:xfrm xmlns:a="http://schemas.openxmlformats.org/drawingml/2006/main">
            <a:off x="7934325" y="4857750"/>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3300" b="1">
                <a:solidFill>
                  <a:srgbClr val="173D35"/>
                </a:solidFill>
                <a:latin typeface="Nimbus Sans"/>
                <a:ea typeface="Nimbus Sans"/>
                <a:cs typeface="Nimbus Sans"/>
              </a:defRPr>
            </a:defPPr>
            <a:lvl1pPr algn="ctr">
              <a:buNone/>
              <a:defRPr sz="3300" b="1">
                <a:solidFill>
                  <a:srgbClr val="173D35"/>
                </a:solidFill>
                <a:latin typeface="Nimbus Sans"/>
                <a:ea typeface="Nimbus Sans"/>
                <a:cs typeface="Nimbus Sans"/>
              </a:defRPr>
            </a:lvl1pPr>
            <a:lvl2pPr algn="ctr">
              <a:buNone/>
              <a:defRPr sz="3300" b="1">
                <a:solidFill>
                  <a:srgbClr val="173D35"/>
                </a:solidFill>
                <a:latin typeface="Nimbus Sans"/>
                <a:ea typeface="Nimbus Sans"/>
                <a:cs typeface="Nimbus Sans"/>
              </a:defRPr>
            </a:lvl2pPr>
            <a:lvl3pPr algn="ctr">
              <a:buNone/>
              <a:defRPr sz="3300" b="1">
                <a:solidFill>
                  <a:srgbClr val="173D35"/>
                </a:solidFill>
                <a:latin typeface="Nimbus Sans"/>
                <a:ea typeface="Nimbus Sans"/>
                <a:cs typeface="Nimbus Sans"/>
              </a:defRPr>
            </a:lvl3pPr>
            <a:lvl4pPr algn="ctr">
              <a:buNone/>
              <a:defRPr sz="3300" b="1">
                <a:solidFill>
                  <a:srgbClr val="173D35"/>
                </a:solidFill>
                <a:latin typeface="Nimbus Sans"/>
                <a:ea typeface="Nimbus Sans"/>
                <a:cs typeface="Nimbus Sans"/>
              </a:defRPr>
            </a:lvl4pPr>
            <a:lvl5pPr algn="ctr">
              <a:buNone/>
              <a:defRPr sz="3300" b="1">
                <a:solidFill>
                  <a:srgbClr val="173D35"/>
                </a:solidFill>
                <a:latin typeface="Nimbus Sans"/>
                <a:ea typeface="Nimbus Sans"/>
                <a:cs typeface="Nimbus Sans"/>
              </a:defRPr>
            </a:lvl5pPr>
            <a:lvl6pPr algn="ctr">
              <a:buNone/>
              <a:defRPr sz="3300" b="1">
                <a:solidFill>
                  <a:srgbClr val="173D35"/>
                </a:solidFill>
                <a:latin typeface="Nimbus Sans"/>
                <a:ea typeface="Nimbus Sans"/>
                <a:cs typeface="Nimbus Sans"/>
              </a:defRPr>
            </a:lvl6pPr>
            <a:lvl7pPr algn="ctr">
              <a:buNone/>
              <a:defRPr sz="3300" b="1">
                <a:solidFill>
                  <a:srgbClr val="173D35"/>
                </a:solidFill>
                <a:latin typeface="Nimbus Sans"/>
                <a:ea typeface="Nimbus Sans"/>
                <a:cs typeface="Nimbus Sans"/>
              </a:defRPr>
            </a:lvl7pPr>
            <a:lvl8pPr algn="ctr">
              <a:buNone/>
              <a:defRPr sz="3300" b="1">
                <a:solidFill>
                  <a:srgbClr val="173D35"/>
                </a:solidFill>
                <a:latin typeface="Nimbus Sans"/>
                <a:ea typeface="Nimbus Sans"/>
                <a:cs typeface="Nimbus Sans"/>
              </a:defRPr>
            </a:lvl8pPr>
            <a:lvl9pPr algn="ctr">
              <a:buNone/>
              <a:defRPr sz="3300" b="1">
                <a:solidFill>
                  <a:srgbClr val="173D35"/>
                </a:solidFill>
                <a:latin typeface="Nimbus Sans"/>
                <a:ea typeface="Nimbus Sans"/>
                <a:cs typeface="Nimbus Sans"/>
              </a:defRPr>
            </a:lvl9pPr>
          </a:lstStyle>
          <a:p xmlns:a="http://schemas.openxmlformats.org/drawingml/2006/main">
            <a:pPr algn="ctr">
              <a:buNone/>
              <a:defRPr sz="3300" b="1">
                <a:solidFill>
                  <a:srgbClr val="173D35"/>
                </a:solidFill>
                <a:latin typeface="Nimbus Sans"/>
                <a:ea typeface="Nimbus Sans"/>
                <a:cs typeface="Nimbus Sans"/>
              </a:defRPr>
            </a:pPr>
            <a:r>
              <a:rPr sz="3300" b="1">
                <a:solidFill>
                  <a:srgbClr val="173D35"/>
                </a:solidFill>
                <a:latin typeface="Nimbus Sans"/>
                <a:ea typeface="Nimbus Sans"/>
                <a:cs typeface="Nimbus Sans"/>
              </a:rPr>
              <a:t>Share</a:t>
            </a:r>
          </a:p>
        </p:txBody>
      </p:sp>
      <p:sp>
        <p:nvSpPr>
          <p:cNvPr id="7" name="spend-sub">
            <a:extLst xmlns:a="http://schemas.openxmlformats.org/drawingml/2006/main">
              <a:ext uri="{FF2B5EF4-FFF2-40B4-BE49-F238E27FC236}">
                <a16:creationId xmlns:a16="http://schemas.microsoft.com/office/drawing/2014/main" id="{B954B45F-1BD6-4130-BB9C-2019783A99D0}"/>
              </a:ext>
            </a:extLst>
          </p:cNvPr>
          <p:cNvSpPr>
            <a:spLocks xmlns:a="http://schemas.openxmlformats.org/drawingml/2006/main" noGrp="1"/>
          </p:cNvSpPr>
          <p:nvPr/>
        </p:nvSpPr>
        <p:spPr>
          <a:xfrm xmlns:a="http://schemas.openxmlformats.org/drawingml/2006/main">
            <a:off x="2047875" y="565785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0">
                <a:solidFill>
                  <a:srgbClr val="55655E"/>
                </a:solidFill>
                <a:latin typeface="Nimbus Sans"/>
                <a:ea typeface="Nimbus Sans"/>
                <a:cs typeface="Nimbus Sans"/>
              </a:defRPr>
            </a:defPPr>
            <a:lvl1pPr algn="ctr">
              <a:buNone/>
              <a:defRPr sz="1950" b="0">
                <a:solidFill>
                  <a:srgbClr val="55655E"/>
                </a:solidFill>
                <a:latin typeface="Nimbus Sans"/>
                <a:ea typeface="Nimbus Sans"/>
                <a:cs typeface="Nimbus Sans"/>
              </a:defRPr>
            </a:lvl1pPr>
            <a:lvl2pPr algn="ctr">
              <a:buNone/>
              <a:defRPr sz="1950" b="0">
                <a:solidFill>
                  <a:srgbClr val="55655E"/>
                </a:solidFill>
                <a:latin typeface="Nimbus Sans"/>
                <a:ea typeface="Nimbus Sans"/>
                <a:cs typeface="Nimbus Sans"/>
              </a:defRPr>
            </a:lvl2pPr>
            <a:lvl3pPr algn="ctr">
              <a:buNone/>
              <a:defRPr sz="1950" b="0">
                <a:solidFill>
                  <a:srgbClr val="55655E"/>
                </a:solidFill>
                <a:latin typeface="Nimbus Sans"/>
                <a:ea typeface="Nimbus Sans"/>
                <a:cs typeface="Nimbus Sans"/>
              </a:defRPr>
            </a:lvl3pPr>
            <a:lvl4pPr algn="ctr">
              <a:buNone/>
              <a:defRPr sz="1950" b="0">
                <a:solidFill>
                  <a:srgbClr val="55655E"/>
                </a:solidFill>
                <a:latin typeface="Nimbus Sans"/>
                <a:ea typeface="Nimbus Sans"/>
                <a:cs typeface="Nimbus Sans"/>
              </a:defRPr>
            </a:lvl4pPr>
            <a:lvl5pPr algn="ctr">
              <a:buNone/>
              <a:defRPr sz="1950" b="0">
                <a:solidFill>
                  <a:srgbClr val="55655E"/>
                </a:solidFill>
                <a:latin typeface="Nimbus Sans"/>
                <a:ea typeface="Nimbus Sans"/>
                <a:cs typeface="Nimbus Sans"/>
              </a:defRPr>
            </a:lvl5pPr>
            <a:lvl6pPr algn="ctr">
              <a:buNone/>
              <a:defRPr sz="1950" b="0">
                <a:solidFill>
                  <a:srgbClr val="55655E"/>
                </a:solidFill>
                <a:latin typeface="Nimbus Sans"/>
                <a:ea typeface="Nimbus Sans"/>
                <a:cs typeface="Nimbus Sans"/>
              </a:defRPr>
            </a:lvl6pPr>
            <a:lvl7pPr algn="ctr">
              <a:buNone/>
              <a:defRPr sz="1950" b="0">
                <a:solidFill>
                  <a:srgbClr val="55655E"/>
                </a:solidFill>
                <a:latin typeface="Nimbus Sans"/>
                <a:ea typeface="Nimbus Sans"/>
                <a:cs typeface="Nimbus Sans"/>
              </a:defRPr>
            </a:lvl7pPr>
            <a:lvl8pPr algn="ctr">
              <a:buNone/>
              <a:defRPr sz="1950" b="0">
                <a:solidFill>
                  <a:srgbClr val="55655E"/>
                </a:solidFill>
                <a:latin typeface="Nimbus Sans"/>
                <a:ea typeface="Nimbus Sans"/>
                <a:cs typeface="Nimbus Sans"/>
              </a:defRPr>
            </a:lvl8pPr>
            <a:lvl9pPr algn="ctr">
              <a:buNone/>
              <a:defRPr sz="1950" b="0">
                <a:solidFill>
                  <a:srgbClr val="55655E"/>
                </a:solidFill>
                <a:latin typeface="Nimbus Sans"/>
                <a:ea typeface="Nimbus Sans"/>
                <a:cs typeface="Nimbus Sans"/>
              </a:defRPr>
            </a:lvl9pPr>
          </a:lstStyle>
          <a:p xmlns:a="http://schemas.openxmlformats.org/drawingml/2006/main">
            <a:pPr algn="ctr">
              <a:buNone/>
              <a:defRPr sz="1950" b="0">
                <a:solidFill>
                  <a:srgbClr val="55655E"/>
                </a:solidFill>
                <a:latin typeface="Nimbus Sans"/>
                <a:ea typeface="Nimbus Sans"/>
                <a:cs typeface="Nimbus Sans"/>
              </a:defRPr>
            </a:pPr>
            <a:r>
              <a:rPr sz="1950" b="0">
                <a:solidFill>
                  <a:srgbClr val="55655E"/>
                </a:solidFill>
                <a:latin typeface="Nimbus Sans"/>
                <a:ea typeface="Nimbus Sans"/>
                <a:cs typeface="Nimbus Sans"/>
              </a:rPr>
              <a:t>Something now</a:t>
            </a:r>
          </a:p>
        </p:txBody>
      </p:sp>
      <p:sp>
        <p:nvSpPr>
          <p:cNvPr id="8" name="save-sub">
            <a:extLst xmlns:a="http://schemas.openxmlformats.org/drawingml/2006/main">
              <a:ext uri="{FF2B5EF4-FFF2-40B4-BE49-F238E27FC236}">
                <a16:creationId xmlns:a16="http://schemas.microsoft.com/office/drawing/2014/main" id="{BBCF890E-C204-4229-AF47-C54EEF0688E6}"/>
              </a:ext>
            </a:extLst>
          </p:cNvPr>
          <p:cNvSpPr>
            <a:spLocks xmlns:a="http://schemas.openxmlformats.org/drawingml/2006/main" noGrp="1"/>
          </p:cNvSpPr>
          <p:nvPr/>
        </p:nvSpPr>
        <p:spPr>
          <a:xfrm xmlns:a="http://schemas.openxmlformats.org/drawingml/2006/main">
            <a:off x="4953000" y="565785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0">
                <a:solidFill>
                  <a:srgbClr val="55655E"/>
                </a:solidFill>
                <a:latin typeface="Nimbus Sans"/>
                <a:ea typeface="Nimbus Sans"/>
                <a:cs typeface="Nimbus Sans"/>
              </a:defRPr>
            </a:defPPr>
            <a:lvl1pPr algn="ctr">
              <a:buNone/>
              <a:defRPr sz="1950" b="0">
                <a:solidFill>
                  <a:srgbClr val="55655E"/>
                </a:solidFill>
                <a:latin typeface="Nimbus Sans"/>
                <a:ea typeface="Nimbus Sans"/>
                <a:cs typeface="Nimbus Sans"/>
              </a:defRPr>
            </a:lvl1pPr>
            <a:lvl2pPr algn="ctr">
              <a:buNone/>
              <a:defRPr sz="1950" b="0">
                <a:solidFill>
                  <a:srgbClr val="55655E"/>
                </a:solidFill>
                <a:latin typeface="Nimbus Sans"/>
                <a:ea typeface="Nimbus Sans"/>
                <a:cs typeface="Nimbus Sans"/>
              </a:defRPr>
            </a:lvl2pPr>
            <a:lvl3pPr algn="ctr">
              <a:buNone/>
              <a:defRPr sz="1950" b="0">
                <a:solidFill>
                  <a:srgbClr val="55655E"/>
                </a:solidFill>
                <a:latin typeface="Nimbus Sans"/>
                <a:ea typeface="Nimbus Sans"/>
                <a:cs typeface="Nimbus Sans"/>
              </a:defRPr>
            </a:lvl3pPr>
            <a:lvl4pPr algn="ctr">
              <a:buNone/>
              <a:defRPr sz="1950" b="0">
                <a:solidFill>
                  <a:srgbClr val="55655E"/>
                </a:solidFill>
                <a:latin typeface="Nimbus Sans"/>
                <a:ea typeface="Nimbus Sans"/>
                <a:cs typeface="Nimbus Sans"/>
              </a:defRPr>
            </a:lvl4pPr>
            <a:lvl5pPr algn="ctr">
              <a:buNone/>
              <a:defRPr sz="1950" b="0">
                <a:solidFill>
                  <a:srgbClr val="55655E"/>
                </a:solidFill>
                <a:latin typeface="Nimbus Sans"/>
                <a:ea typeface="Nimbus Sans"/>
                <a:cs typeface="Nimbus Sans"/>
              </a:defRPr>
            </a:lvl5pPr>
            <a:lvl6pPr algn="ctr">
              <a:buNone/>
              <a:defRPr sz="1950" b="0">
                <a:solidFill>
                  <a:srgbClr val="55655E"/>
                </a:solidFill>
                <a:latin typeface="Nimbus Sans"/>
                <a:ea typeface="Nimbus Sans"/>
                <a:cs typeface="Nimbus Sans"/>
              </a:defRPr>
            </a:lvl6pPr>
            <a:lvl7pPr algn="ctr">
              <a:buNone/>
              <a:defRPr sz="1950" b="0">
                <a:solidFill>
                  <a:srgbClr val="55655E"/>
                </a:solidFill>
                <a:latin typeface="Nimbus Sans"/>
                <a:ea typeface="Nimbus Sans"/>
                <a:cs typeface="Nimbus Sans"/>
              </a:defRPr>
            </a:lvl7pPr>
            <a:lvl8pPr algn="ctr">
              <a:buNone/>
              <a:defRPr sz="1950" b="0">
                <a:solidFill>
                  <a:srgbClr val="55655E"/>
                </a:solidFill>
                <a:latin typeface="Nimbus Sans"/>
                <a:ea typeface="Nimbus Sans"/>
                <a:cs typeface="Nimbus Sans"/>
              </a:defRPr>
            </a:lvl8pPr>
            <a:lvl9pPr algn="ctr">
              <a:buNone/>
              <a:defRPr sz="1950" b="0">
                <a:solidFill>
                  <a:srgbClr val="55655E"/>
                </a:solidFill>
                <a:latin typeface="Nimbus Sans"/>
                <a:ea typeface="Nimbus Sans"/>
                <a:cs typeface="Nimbus Sans"/>
              </a:defRPr>
            </a:lvl9pPr>
          </a:lstStyle>
          <a:p xmlns:a="http://schemas.openxmlformats.org/drawingml/2006/main">
            <a:pPr algn="ctr">
              <a:buNone/>
              <a:defRPr sz="1950" b="0">
                <a:solidFill>
                  <a:srgbClr val="55655E"/>
                </a:solidFill>
                <a:latin typeface="Nimbus Sans"/>
                <a:ea typeface="Nimbus Sans"/>
                <a:cs typeface="Nimbus Sans"/>
              </a:defRPr>
            </a:pPr>
            <a:r>
              <a:rPr sz="1950" b="0">
                <a:solidFill>
                  <a:srgbClr val="55655E"/>
                </a:solidFill>
                <a:latin typeface="Nimbus Sans"/>
                <a:ea typeface="Nimbus Sans"/>
                <a:cs typeface="Nimbus Sans"/>
              </a:rPr>
              <a:t>Something later</a:t>
            </a:r>
          </a:p>
        </p:txBody>
      </p:sp>
      <p:sp>
        <p:nvSpPr>
          <p:cNvPr id="9" name="share-sub">
            <a:extLst xmlns:a="http://schemas.openxmlformats.org/drawingml/2006/main">
              <a:ext uri="{FF2B5EF4-FFF2-40B4-BE49-F238E27FC236}">
                <a16:creationId xmlns:a16="http://schemas.microsoft.com/office/drawing/2014/main" id="{C2677825-D2E4-4FC2-97DE-A12BA4040037}"/>
              </a:ext>
            </a:extLst>
          </p:cNvPr>
          <p:cNvSpPr>
            <a:spLocks xmlns:a="http://schemas.openxmlformats.org/drawingml/2006/main" noGrp="1"/>
          </p:cNvSpPr>
          <p:nvPr/>
        </p:nvSpPr>
        <p:spPr>
          <a:xfrm xmlns:a="http://schemas.openxmlformats.org/drawingml/2006/main">
            <a:off x="7886700" y="565785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0">
                <a:solidFill>
                  <a:srgbClr val="55655E"/>
                </a:solidFill>
                <a:latin typeface="Nimbus Sans"/>
                <a:ea typeface="Nimbus Sans"/>
                <a:cs typeface="Nimbus Sans"/>
              </a:defRPr>
            </a:defPPr>
            <a:lvl1pPr algn="ctr">
              <a:buNone/>
              <a:defRPr sz="1950" b="0">
                <a:solidFill>
                  <a:srgbClr val="55655E"/>
                </a:solidFill>
                <a:latin typeface="Nimbus Sans"/>
                <a:ea typeface="Nimbus Sans"/>
                <a:cs typeface="Nimbus Sans"/>
              </a:defRPr>
            </a:lvl1pPr>
            <a:lvl2pPr algn="ctr">
              <a:buNone/>
              <a:defRPr sz="1950" b="0">
                <a:solidFill>
                  <a:srgbClr val="55655E"/>
                </a:solidFill>
                <a:latin typeface="Nimbus Sans"/>
                <a:ea typeface="Nimbus Sans"/>
                <a:cs typeface="Nimbus Sans"/>
              </a:defRPr>
            </a:lvl2pPr>
            <a:lvl3pPr algn="ctr">
              <a:buNone/>
              <a:defRPr sz="1950" b="0">
                <a:solidFill>
                  <a:srgbClr val="55655E"/>
                </a:solidFill>
                <a:latin typeface="Nimbus Sans"/>
                <a:ea typeface="Nimbus Sans"/>
                <a:cs typeface="Nimbus Sans"/>
              </a:defRPr>
            </a:lvl3pPr>
            <a:lvl4pPr algn="ctr">
              <a:buNone/>
              <a:defRPr sz="1950" b="0">
                <a:solidFill>
                  <a:srgbClr val="55655E"/>
                </a:solidFill>
                <a:latin typeface="Nimbus Sans"/>
                <a:ea typeface="Nimbus Sans"/>
                <a:cs typeface="Nimbus Sans"/>
              </a:defRPr>
            </a:lvl4pPr>
            <a:lvl5pPr algn="ctr">
              <a:buNone/>
              <a:defRPr sz="1950" b="0">
                <a:solidFill>
                  <a:srgbClr val="55655E"/>
                </a:solidFill>
                <a:latin typeface="Nimbus Sans"/>
                <a:ea typeface="Nimbus Sans"/>
                <a:cs typeface="Nimbus Sans"/>
              </a:defRPr>
            </a:lvl5pPr>
            <a:lvl6pPr algn="ctr">
              <a:buNone/>
              <a:defRPr sz="1950" b="0">
                <a:solidFill>
                  <a:srgbClr val="55655E"/>
                </a:solidFill>
                <a:latin typeface="Nimbus Sans"/>
                <a:ea typeface="Nimbus Sans"/>
                <a:cs typeface="Nimbus Sans"/>
              </a:defRPr>
            </a:lvl6pPr>
            <a:lvl7pPr algn="ctr">
              <a:buNone/>
              <a:defRPr sz="1950" b="0">
                <a:solidFill>
                  <a:srgbClr val="55655E"/>
                </a:solidFill>
                <a:latin typeface="Nimbus Sans"/>
                <a:ea typeface="Nimbus Sans"/>
                <a:cs typeface="Nimbus Sans"/>
              </a:defRPr>
            </a:lvl7pPr>
            <a:lvl8pPr algn="ctr">
              <a:buNone/>
              <a:defRPr sz="1950" b="0">
                <a:solidFill>
                  <a:srgbClr val="55655E"/>
                </a:solidFill>
                <a:latin typeface="Nimbus Sans"/>
                <a:ea typeface="Nimbus Sans"/>
                <a:cs typeface="Nimbus Sans"/>
              </a:defRPr>
            </a:lvl8pPr>
            <a:lvl9pPr algn="ctr">
              <a:buNone/>
              <a:defRPr sz="1950" b="0">
                <a:solidFill>
                  <a:srgbClr val="55655E"/>
                </a:solidFill>
                <a:latin typeface="Nimbus Sans"/>
                <a:ea typeface="Nimbus Sans"/>
                <a:cs typeface="Nimbus Sans"/>
              </a:defRPr>
            </a:lvl9pPr>
          </a:lstStyle>
          <a:p xmlns:a="http://schemas.openxmlformats.org/drawingml/2006/main">
            <a:pPr algn="ctr">
              <a:buNone/>
              <a:defRPr sz="1950" b="0">
                <a:solidFill>
                  <a:srgbClr val="55655E"/>
                </a:solidFill>
                <a:latin typeface="Nimbus Sans"/>
                <a:ea typeface="Nimbus Sans"/>
                <a:cs typeface="Nimbus Sans"/>
              </a:defRPr>
            </a:pPr>
            <a:r>
              <a:rPr sz="1950" b="0">
                <a:solidFill>
                  <a:srgbClr val="55655E"/>
                </a:solidFill>
                <a:latin typeface="Nimbus Sans"/>
                <a:ea typeface="Nimbus Sans"/>
                <a:cs typeface="Nimbus Sans"/>
              </a:rPr>
              <a:t>Helping others</a:t>
            </a:r>
          </a:p>
        </p:txBody>
      </p:sp>
    </p:spTree>
    <p:extLst>
      <p:ext uri="{BB962C8B-B14F-4D97-AF65-F5344CB8AC3E}">
        <p14:creationId xmlns:p14="http://schemas.microsoft.com/office/powerpoint/2010/main" val="1308441378"/>
      </p:ext>
    </p:extLst>
  </p:cSld>
</p:sld>
</file>

<file path=ppt/slides/slide12.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8" name="headline">
            <a:extLst xmlns:a="http://schemas.openxmlformats.org/drawingml/2006/main">
              <a:ext uri="{FF2B5EF4-FFF2-40B4-BE49-F238E27FC236}">
                <a16:creationId xmlns:a16="http://schemas.microsoft.com/office/drawing/2014/main" id="{645CF2FA-FDC9-43C4-90C2-86B28DDB2DD3}"/>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buNone/>
              <a:defRPr sz="3900" b="1">
                <a:solidFill>
                  <a:srgbClr val="173D35"/>
                </a:solidFill>
                <a:latin typeface="Nimbus Sans"/>
                <a:ea typeface="Nimbus Sans"/>
                <a:cs typeface="Nimbus Sans"/>
              </a:defRPr>
            </a:lvl1pPr>
            <a:lvl2pPr algn="l">
              <a:buNone/>
              <a:defRPr sz="3900" b="1">
                <a:solidFill>
                  <a:srgbClr val="173D35"/>
                </a:solidFill>
                <a:latin typeface="Nimbus Sans"/>
                <a:ea typeface="Nimbus Sans"/>
                <a:cs typeface="Nimbus Sans"/>
              </a:defRPr>
            </a:lvl2pPr>
            <a:lvl3pPr algn="l">
              <a:buNone/>
              <a:defRPr sz="3900" b="1">
                <a:solidFill>
                  <a:srgbClr val="173D35"/>
                </a:solidFill>
                <a:latin typeface="Nimbus Sans"/>
                <a:ea typeface="Nimbus Sans"/>
                <a:cs typeface="Nimbus Sans"/>
              </a:defRPr>
            </a:lvl3pPr>
            <a:lvl4pPr algn="l">
              <a:buNone/>
              <a:defRPr sz="3900" b="1">
                <a:solidFill>
                  <a:srgbClr val="173D35"/>
                </a:solidFill>
                <a:latin typeface="Nimbus Sans"/>
                <a:ea typeface="Nimbus Sans"/>
                <a:cs typeface="Nimbus Sans"/>
              </a:defRPr>
            </a:lvl4pPr>
            <a:lvl5pPr algn="l">
              <a:buNone/>
              <a:defRPr sz="3900" b="1">
                <a:solidFill>
                  <a:srgbClr val="173D35"/>
                </a:solidFill>
                <a:latin typeface="Nimbus Sans"/>
                <a:ea typeface="Nimbus Sans"/>
                <a:cs typeface="Nimbus Sans"/>
              </a:defRPr>
            </a:lvl5pPr>
            <a:lvl6pPr algn="l">
              <a:buNone/>
              <a:defRPr sz="3900" b="1">
                <a:solidFill>
                  <a:srgbClr val="173D35"/>
                </a:solidFill>
                <a:latin typeface="Nimbus Sans"/>
                <a:ea typeface="Nimbus Sans"/>
                <a:cs typeface="Nimbus Sans"/>
              </a:defRPr>
            </a:lvl6pPr>
            <a:lvl7pPr algn="l">
              <a:buNone/>
              <a:defRPr sz="3900" b="1">
                <a:solidFill>
                  <a:srgbClr val="173D35"/>
                </a:solidFill>
                <a:latin typeface="Nimbus Sans"/>
                <a:ea typeface="Nimbus Sans"/>
                <a:cs typeface="Nimbus Sans"/>
              </a:defRPr>
            </a:lvl7pPr>
            <a:lvl8pPr algn="l">
              <a:buNone/>
              <a:defRPr sz="3900" b="1">
                <a:solidFill>
                  <a:srgbClr val="173D35"/>
                </a:solidFill>
                <a:latin typeface="Nimbus Sans"/>
                <a:ea typeface="Nimbus Sans"/>
                <a:cs typeface="Nimbus Sans"/>
              </a:defRPr>
            </a:lvl8pPr>
            <a:lvl9pPr algn="l">
              <a:buNone/>
              <a:defRPr sz="3900" b="1">
                <a:solidFill>
                  <a:srgbClr val="173D35"/>
                </a:solidFill>
                <a:latin typeface="Nimbus Sans"/>
                <a:ea typeface="Nimbus Sans"/>
                <a:cs typeface="Nimbus Sans"/>
              </a:defRPr>
            </a:lvl9pPr>
          </a:lstStyle>
          <a:p xmlns:a="http://schemas.openxmlformats.org/drawingml/2006/main">
            <a:pPr algn="l">
              <a:buNone/>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Your $20 plan</a:t>
            </a:r>
          </a:p>
        </p:txBody>
      </p:sp>
      <p:sp>
        <p:nvSpPr>
          <p:cNvPr id="2" name="page-number">
            <a:extLst xmlns:a="http://schemas.openxmlformats.org/drawingml/2006/main">
              <a:ext uri="{FF2B5EF4-FFF2-40B4-BE49-F238E27FC236}">
                <a16:creationId xmlns:a16="http://schemas.microsoft.com/office/drawing/2014/main" id="{0368DFAC-9857-4543-9FA6-48477414D08C}"/>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buNone/>
              <a:defRPr sz="1500" b="0">
                <a:solidFill>
                  <a:srgbClr val="55655E"/>
                </a:solidFill>
                <a:latin typeface="Nimbus Sans"/>
                <a:ea typeface="Nimbus Sans"/>
                <a:cs typeface="Nimbus Sans"/>
              </a:defRPr>
            </a:lvl1pPr>
            <a:lvl2pPr algn="r">
              <a:buNone/>
              <a:defRPr sz="1500" b="0">
                <a:solidFill>
                  <a:srgbClr val="55655E"/>
                </a:solidFill>
                <a:latin typeface="Nimbus Sans"/>
                <a:ea typeface="Nimbus Sans"/>
                <a:cs typeface="Nimbus Sans"/>
              </a:defRPr>
            </a:lvl2pPr>
            <a:lvl3pPr algn="r">
              <a:buNone/>
              <a:defRPr sz="1500" b="0">
                <a:solidFill>
                  <a:srgbClr val="55655E"/>
                </a:solidFill>
                <a:latin typeface="Nimbus Sans"/>
                <a:ea typeface="Nimbus Sans"/>
                <a:cs typeface="Nimbus Sans"/>
              </a:defRPr>
            </a:lvl3pPr>
            <a:lvl4pPr algn="r">
              <a:buNone/>
              <a:defRPr sz="1500" b="0">
                <a:solidFill>
                  <a:srgbClr val="55655E"/>
                </a:solidFill>
                <a:latin typeface="Nimbus Sans"/>
                <a:ea typeface="Nimbus Sans"/>
                <a:cs typeface="Nimbus Sans"/>
              </a:defRPr>
            </a:lvl4pPr>
            <a:lvl5pPr algn="r">
              <a:buNone/>
              <a:defRPr sz="1500" b="0">
                <a:solidFill>
                  <a:srgbClr val="55655E"/>
                </a:solidFill>
                <a:latin typeface="Nimbus Sans"/>
                <a:ea typeface="Nimbus Sans"/>
                <a:cs typeface="Nimbus Sans"/>
              </a:defRPr>
            </a:lvl5pPr>
            <a:lvl6pPr algn="r">
              <a:buNone/>
              <a:defRPr sz="1500" b="0">
                <a:solidFill>
                  <a:srgbClr val="55655E"/>
                </a:solidFill>
                <a:latin typeface="Nimbus Sans"/>
                <a:ea typeface="Nimbus Sans"/>
                <a:cs typeface="Nimbus Sans"/>
              </a:defRPr>
            </a:lvl6pPr>
            <a:lvl7pPr algn="r">
              <a:buNone/>
              <a:defRPr sz="1500" b="0">
                <a:solidFill>
                  <a:srgbClr val="55655E"/>
                </a:solidFill>
                <a:latin typeface="Nimbus Sans"/>
                <a:ea typeface="Nimbus Sans"/>
                <a:cs typeface="Nimbus Sans"/>
              </a:defRPr>
            </a:lvl7pPr>
            <a:lvl8pPr algn="r">
              <a:buNone/>
              <a:defRPr sz="1500" b="0">
                <a:solidFill>
                  <a:srgbClr val="55655E"/>
                </a:solidFill>
                <a:latin typeface="Nimbus Sans"/>
                <a:ea typeface="Nimbus Sans"/>
                <a:cs typeface="Nimbus Sans"/>
              </a:defRPr>
            </a:lvl8pPr>
            <a:lvl9pPr algn="r">
              <a:buNone/>
              <a:defRPr sz="1500" b="0">
                <a:solidFill>
                  <a:srgbClr val="55655E"/>
                </a:solidFill>
                <a:latin typeface="Nimbus Sans"/>
                <a:ea typeface="Nimbus Sans"/>
                <a:cs typeface="Nimbus Sans"/>
              </a:defRPr>
            </a:lvl9pPr>
          </a:lstStyle>
          <a:p xmlns:a="http://schemas.openxmlformats.org/drawingml/2006/main">
            <a:pPr algn="r">
              <a:buNone/>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12</a:t>
            </a:r>
          </a:p>
        </p:txBody>
      </p:sp>
      <p:graphicFrame>
        <p:nvGraphicFramePr>
          <p:cNvPr id="3" name="">
            <a:extLst xmlns:a="http://schemas.openxmlformats.org/drawingml/2006/main">
              <a:ext uri="{FF2B5EF4-FFF2-40B4-BE49-F238E27FC236}">
                <a16:creationId xmlns:a16="http://schemas.microsoft.com/office/drawing/2014/main" id="{8BF8479F-827B-434B-8A38-FEE229EB84D6}"/>
              </a:ext>
            </a:extLst>
          </p:cNvPr>
          <p:cNvGraphicFramePr/>
          <p:nvPr/>
        </p:nvGraphicFramePr>
        <p:xfrm>
          <a:off xmlns:a="http://schemas.openxmlformats.org/drawingml/2006/main" x="685800" y="1790700"/>
          <a:ext xmlns:a="http://schemas.openxmlformats.org/drawingml/2006/main" cx="5905500" cy="3238500"/>
        </p:xfrm>
        <a:graphic xmlns:a="http://schemas.openxmlformats.org/drawingml/2006/main">
          <a:graphicData uri="http://schemas.openxmlformats.org/drawingml/2006/table">
            <a:tbl>
              <a:tblPr firstRow="0" bandRow="0"/>
              <a:tblGrid>
                <a:gridCol w="4476750"/>
                <a:gridCol w="1428750"/>
              </a:tblGrid>
              <a:tr h="647700">
                <a:tc>
                  <a:txBody>
                    <a:bodyPr lIns="152400" tIns="95250" rIns="95250" bIns="76200"/>
                    <a:lstStyle/>
                    <a:p>
                      <a:r>
                        <a:rPr sz="2175" b="1">
                          <a:solidFill>
                            <a:srgbClr val="F6F1E7"/>
                          </a:solidFill>
                          <a:latin typeface="Nimbus Sans"/>
                          <a:ea typeface="Nimbus Sans"/>
                          <a:cs typeface="Nimbus Sans"/>
                        </a:rPr>
                        <a:t>Choice</a:t>
                      </a:r>
                    </a:p>
                  </a:txBody>
                  <a:tcPr marL="91440" marR="91440" marT="45720" marB="45720" anchor="ctr">
                    <a:lnL w="9525">
                      <a:solidFill>
                        <a:srgbClr val="D4D8CF"/>
                      </a:solidFill>
                      <a:prstDash val="solid"/>
                    </a:lnL>
                    <a:lnR w="9525">
                      <a:solidFill>
                        <a:srgbClr val="D4D8CF"/>
                      </a:solidFill>
                      <a:prstDash val="solid"/>
                    </a:lnR>
                    <a:lnT w="9525">
                      <a:solidFill>
                        <a:srgbClr val="D4D8CF"/>
                      </a:solidFill>
                      <a:prstDash val="solid"/>
                    </a:lnT>
                    <a:lnB w="9525">
                      <a:solidFill>
                        <a:srgbClr val="D4D8CF"/>
                      </a:solidFill>
                      <a:prstDash val="solid"/>
                    </a:lnB>
                    <a:solidFill>
                      <a:srgbClr val="173D35"/>
                    </a:solidFill>
                  </a:tcPr>
                </a:tc>
                <a:tc>
                  <a:txBody>
                    <a:bodyPr lIns="152400" tIns="95250" rIns="95250" bIns="76200"/>
                    <a:lstStyle/>
                    <a:p>
                      <a:r>
                        <a:rPr sz="2175" b="1">
                          <a:solidFill>
                            <a:srgbClr val="F6F1E7"/>
                          </a:solidFill>
                          <a:latin typeface="Nimbus Sans"/>
                          <a:ea typeface="Nimbus Sans"/>
                          <a:cs typeface="Nimbus Sans"/>
                        </a:rPr>
                        <a:t>Cost</a:t>
                      </a:r>
                    </a:p>
                  </a:txBody>
                  <a:tcPr marL="91440" marR="91440" marT="45720" marB="45720" anchor="ctr">
                    <a:lnR w="9525">
                      <a:solidFill>
                        <a:srgbClr val="D4D8CF"/>
                      </a:solidFill>
                      <a:prstDash val="solid"/>
                    </a:lnR>
                    <a:lnT w="9525">
                      <a:solidFill>
                        <a:srgbClr val="D4D8CF"/>
                      </a:solidFill>
                      <a:prstDash val="solid"/>
                    </a:lnT>
                    <a:lnB w="9525">
                      <a:solidFill>
                        <a:srgbClr val="D4D8CF"/>
                      </a:solidFill>
                      <a:prstDash val="solid"/>
                    </a:lnB>
                    <a:solidFill>
                      <a:srgbClr val="173D35"/>
                    </a:solidFill>
                  </a:tcPr>
                </a:tc>
              </a:tr>
              <a:tr h="647700">
                <a:tc>
                  <a:txBody>
                    <a:bodyPr lIns="152400" tIns="95250" rIns="95250" bIns="76200"/>
                    <a:lstStyle/>
                    <a:p>
                      <a:r>
                        <a:rPr sz="2175" b="0">
                          <a:solidFill>
                            <a:srgbClr val="173D35"/>
                          </a:solidFill>
                          <a:latin typeface="Nimbus Sans"/>
                          <a:ea typeface="Nimbus Sans"/>
                          <a:cs typeface="Nimbus Sans"/>
                        </a:rPr>
                        <a:t>Lunch (required)</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75" b="0">
                          <a:solidFill>
                            <a:srgbClr val="173D35"/>
                          </a:solidFill>
                          <a:latin typeface="Nimbus Sans"/>
                          <a:ea typeface="Nimbus Sans"/>
                          <a:cs typeface="Nimbus Sans"/>
                        </a:rPr>
                        <a:t>$6</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647700">
                <a:tc>
                  <a:txBody>
                    <a:bodyPr lIns="152400" tIns="95250" rIns="95250" bIns="76200"/>
                    <a:lstStyle/>
                    <a:p>
                      <a:r>
                        <a:rPr sz="2175" b="0">
                          <a:solidFill>
                            <a:srgbClr val="173D35"/>
                          </a:solidFill>
                          <a:latin typeface="Nimbus Sans"/>
                          <a:ea typeface="Nimbus Sans"/>
                          <a:cs typeface="Nimbus Sans"/>
                        </a:rPr>
                        <a:t>Fruit</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75" b="0">
                          <a:solidFill>
                            <a:srgbClr val="173D35"/>
                          </a:solidFill>
                          <a:latin typeface="Nimbus Sans"/>
                          <a:ea typeface="Nimbus Sans"/>
                          <a:cs typeface="Nimbus Sans"/>
                        </a:rPr>
                        <a:t>$2</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647700">
                <a:tc>
                  <a:txBody>
                    <a:bodyPr lIns="152400" tIns="95250" rIns="95250" bIns="76200"/>
                    <a:lstStyle/>
                    <a:p>
                      <a:r>
                        <a:rPr sz="2175" b="0">
                          <a:solidFill>
                            <a:srgbClr val="173D35"/>
                          </a:solidFill>
                          <a:latin typeface="Nimbus Sans"/>
                          <a:ea typeface="Nimbus Sans"/>
                          <a:cs typeface="Nimbus Sans"/>
                        </a:rPr>
                        <a:t>Book</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75" b="0">
                          <a:solidFill>
                            <a:srgbClr val="173D35"/>
                          </a:solidFill>
                          <a:latin typeface="Nimbus Sans"/>
                          <a:ea typeface="Nimbus Sans"/>
                          <a:cs typeface="Nimbus Sans"/>
                        </a:rPr>
                        <a:t>$5</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647700">
                <a:tc>
                  <a:txBody>
                    <a:bodyPr lIns="152400" tIns="95250" rIns="95250" bIns="76200"/>
                    <a:lstStyle/>
                    <a:p>
                      <a:r>
                        <a:rPr sz="2175" b="0">
                          <a:solidFill>
                            <a:srgbClr val="173D35"/>
                          </a:solidFill>
                          <a:latin typeface="Nimbus Sans"/>
                          <a:ea typeface="Nimbus Sans"/>
                          <a:cs typeface="Nimbus Sans"/>
                        </a:rPr>
                        <a:t>Game tokens</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75" b="0">
                          <a:solidFill>
                            <a:srgbClr val="173D35"/>
                          </a:solidFill>
                          <a:latin typeface="Nimbus Sans"/>
                          <a:ea typeface="Nimbus Sans"/>
                          <a:cs typeface="Nimbus Sans"/>
                        </a:rPr>
                        <a:t>$4</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bl>
          </a:graphicData>
        </a:graphic>
      </p:graphicFrame>
      <p:sp>
        <p:nvSpPr>
          <p:cNvPr id="4" name="directions">
            <a:extLst xmlns:a="http://schemas.openxmlformats.org/drawingml/2006/main">
              <a:ext uri="{FF2B5EF4-FFF2-40B4-BE49-F238E27FC236}">
                <a16:creationId xmlns:a16="http://schemas.microsoft.com/office/drawing/2014/main" id="{F6C4129A-47CA-42AA-B8D2-F79096A0EE45}"/>
              </a:ext>
            </a:extLst>
          </p:cNvPr>
          <p:cNvSpPr>
            <a:spLocks xmlns:a="http://schemas.openxmlformats.org/drawingml/2006/main" noGrp="1"/>
          </p:cNvSpPr>
          <p:nvPr/>
        </p:nvSpPr>
        <p:spPr>
          <a:xfrm xmlns:a="http://schemas.openxmlformats.org/drawingml/2006/main">
            <a:off x="7191375" y="188595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73D35"/>
                </a:solidFill>
                <a:latin typeface="Nimbus Sans"/>
                <a:ea typeface="Nimbus Sans"/>
                <a:cs typeface="Nimbus Sans"/>
              </a:defRPr>
            </a:defPPr>
            <a:lvl1pPr algn="l">
              <a:buNone/>
              <a:defRPr sz="2625" b="1">
                <a:solidFill>
                  <a:srgbClr val="173D35"/>
                </a:solidFill>
                <a:latin typeface="Nimbus Sans"/>
                <a:ea typeface="Nimbus Sans"/>
                <a:cs typeface="Nimbus Sans"/>
              </a:defRPr>
            </a:lvl1pPr>
            <a:lvl2pPr algn="l">
              <a:buNone/>
              <a:defRPr sz="2625" b="1">
                <a:solidFill>
                  <a:srgbClr val="173D35"/>
                </a:solidFill>
                <a:latin typeface="Nimbus Sans"/>
                <a:ea typeface="Nimbus Sans"/>
                <a:cs typeface="Nimbus Sans"/>
              </a:defRPr>
            </a:lvl2pPr>
            <a:lvl3pPr algn="l">
              <a:buNone/>
              <a:defRPr sz="2625" b="1">
                <a:solidFill>
                  <a:srgbClr val="173D35"/>
                </a:solidFill>
                <a:latin typeface="Nimbus Sans"/>
                <a:ea typeface="Nimbus Sans"/>
                <a:cs typeface="Nimbus Sans"/>
              </a:defRPr>
            </a:lvl3pPr>
            <a:lvl4pPr algn="l">
              <a:buNone/>
              <a:defRPr sz="2625" b="1">
                <a:solidFill>
                  <a:srgbClr val="173D35"/>
                </a:solidFill>
                <a:latin typeface="Nimbus Sans"/>
                <a:ea typeface="Nimbus Sans"/>
                <a:cs typeface="Nimbus Sans"/>
              </a:defRPr>
            </a:lvl4pPr>
            <a:lvl5pPr algn="l">
              <a:buNone/>
              <a:defRPr sz="2625" b="1">
                <a:solidFill>
                  <a:srgbClr val="173D35"/>
                </a:solidFill>
                <a:latin typeface="Nimbus Sans"/>
                <a:ea typeface="Nimbus Sans"/>
                <a:cs typeface="Nimbus Sans"/>
              </a:defRPr>
            </a:lvl5pPr>
            <a:lvl6pPr algn="l">
              <a:buNone/>
              <a:defRPr sz="2625" b="1">
                <a:solidFill>
                  <a:srgbClr val="173D35"/>
                </a:solidFill>
                <a:latin typeface="Nimbus Sans"/>
                <a:ea typeface="Nimbus Sans"/>
                <a:cs typeface="Nimbus Sans"/>
              </a:defRPr>
            </a:lvl6pPr>
            <a:lvl7pPr algn="l">
              <a:buNone/>
              <a:defRPr sz="2625" b="1">
                <a:solidFill>
                  <a:srgbClr val="173D35"/>
                </a:solidFill>
                <a:latin typeface="Nimbus Sans"/>
                <a:ea typeface="Nimbus Sans"/>
                <a:cs typeface="Nimbus Sans"/>
              </a:defRPr>
            </a:lvl7pPr>
            <a:lvl8pPr algn="l">
              <a:buNone/>
              <a:defRPr sz="2625" b="1">
                <a:solidFill>
                  <a:srgbClr val="173D35"/>
                </a:solidFill>
                <a:latin typeface="Nimbus Sans"/>
                <a:ea typeface="Nimbus Sans"/>
                <a:cs typeface="Nimbus Sans"/>
              </a:defRPr>
            </a:lvl8pPr>
            <a:lvl9pPr algn="l">
              <a:buNone/>
              <a:defRPr sz="2625" b="1">
                <a:solidFill>
                  <a:srgbClr val="173D35"/>
                </a:solidFill>
                <a:latin typeface="Nimbus Sans"/>
                <a:ea typeface="Nimbus Sans"/>
                <a:cs typeface="Nimbus Sans"/>
              </a:defRPr>
            </a:lvl9pPr>
          </a:lstStyle>
          <a:p xmlns:a="http://schemas.openxmlformats.org/drawingml/2006/main">
            <a:pPr algn="l">
              <a:buNone/>
              <a:defRPr sz="2625" b="1">
                <a:solidFill>
                  <a:srgbClr val="173D35"/>
                </a:solidFill>
                <a:latin typeface="Nimbus Sans"/>
                <a:ea typeface="Nimbus Sans"/>
                <a:cs typeface="Nimbus Sans"/>
              </a:defRPr>
            </a:pPr>
            <a:r>
              <a:rPr sz="2625" b="1">
                <a:solidFill>
                  <a:srgbClr val="173D35"/>
                </a:solidFill>
                <a:latin typeface="Nimbus Sans"/>
                <a:ea typeface="Nimbus Sans"/>
                <a:cs typeface="Nimbus Sans"/>
              </a:rPr>
              <a:t>Make your own plan.</a:t>
            </a:r>
          </a:p>
        </p:txBody>
      </p:sp>
      <p:sp>
        <p:nvSpPr>
          <p:cNvPr id="5" name="directions2">
            <a:extLst xmlns:a="http://schemas.openxmlformats.org/drawingml/2006/main">
              <a:ext uri="{FF2B5EF4-FFF2-40B4-BE49-F238E27FC236}">
                <a16:creationId xmlns:a16="http://schemas.microsoft.com/office/drawing/2014/main" id="{64C083DF-F4C8-4940-8491-F75D8AFF8BF9}"/>
              </a:ext>
            </a:extLst>
          </p:cNvPr>
          <p:cNvSpPr>
            <a:spLocks xmlns:a="http://schemas.openxmlformats.org/drawingml/2006/main" noGrp="1"/>
          </p:cNvSpPr>
          <p:nvPr/>
        </p:nvSpPr>
        <p:spPr>
          <a:xfrm xmlns:a="http://schemas.openxmlformats.org/drawingml/2006/main">
            <a:off x="7191375" y="2781300"/>
            <a:ext cx="4286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173D35"/>
                </a:solidFill>
                <a:latin typeface="Nimbus Sans"/>
                <a:ea typeface="Nimbus Sans"/>
                <a:cs typeface="Nimbus Sans"/>
              </a:defRPr>
            </a:defPPr>
            <a:lvl1pPr algn="l">
              <a:buNone/>
              <a:defRPr sz="2550" b="0">
                <a:solidFill>
                  <a:srgbClr val="173D35"/>
                </a:solidFill>
                <a:latin typeface="Nimbus Sans"/>
                <a:ea typeface="Nimbus Sans"/>
                <a:cs typeface="Nimbus Sans"/>
              </a:defRPr>
            </a:lvl1pPr>
            <a:lvl2pPr algn="l">
              <a:buNone/>
              <a:defRPr sz="2550" b="0">
                <a:solidFill>
                  <a:srgbClr val="173D35"/>
                </a:solidFill>
                <a:latin typeface="Nimbus Sans"/>
                <a:ea typeface="Nimbus Sans"/>
                <a:cs typeface="Nimbus Sans"/>
              </a:defRPr>
            </a:lvl2pPr>
            <a:lvl3pPr algn="l">
              <a:buNone/>
              <a:defRPr sz="2550" b="0">
                <a:solidFill>
                  <a:srgbClr val="173D35"/>
                </a:solidFill>
                <a:latin typeface="Nimbus Sans"/>
                <a:ea typeface="Nimbus Sans"/>
                <a:cs typeface="Nimbus Sans"/>
              </a:defRPr>
            </a:lvl3pPr>
            <a:lvl4pPr algn="l">
              <a:buNone/>
              <a:defRPr sz="2550" b="0">
                <a:solidFill>
                  <a:srgbClr val="173D35"/>
                </a:solidFill>
                <a:latin typeface="Nimbus Sans"/>
                <a:ea typeface="Nimbus Sans"/>
                <a:cs typeface="Nimbus Sans"/>
              </a:defRPr>
            </a:lvl4pPr>
            <a:lvl5pPr algn="l">
              <a:buNone/>
              <a:defRPr sz="2550" b="0">
                <a:solidFill>
                  <a:srgbClr val="173D35"/>
                </a:solidFill>
                <a:latin typeface="Nimbus Sans"/>
                <a:ea typeface="Nimbus Sans"/>
                <a:cs typeface="Nimbus Sans"/>
              </a:defRPr>
            </a:lvl5pPr>
            <a:lvl6pPr algn="l">
              <a:buNone/>
              <a:defRPr sz="2550" b="0">
                <a:solidFill>
                  <a:srgbClr val="173D35"/>
                </a:solidFill>
                <a:latin typeface="Nimbus Sans"/>
                <a:ea typeface="Nimbus Sans"/>
                <a:cs typeface="Nimbus Sans"/>
              </a:defRPr>
            </a:lvl6pPr>
            <a:lvl7pPr algn="l">
              <a:buNone/>
              <a:defRPr sz="2550" b="0">
                <a:solidFill>
                  <a:srgbClr val="173D35"/>
                </a:solidFill>
                <a:latin typeface="Nimbus Sans"/>
                <a:ea typeface="Nimbus Sans"/>
                <a:cs typeface="Nimbus Sans"/>
              </a:defRPr>
            </a:lvl7pPr>
            <a:lvl8pPr algn="l">
              <a:buNone/>
              <a:defRPr sz="2550" b="0">
                <a:solidFill>
                  <a:srgbClr val="173D35"/>
                </a:solidFill>
                <a:latin typeface="Nimbus Sans"/>
                <a:ea typeface="Nimbus Sans"/>
                <a:cs typeface="Nimbus Sans"/>
              </a:defRPr>
            </a:lvl8pPr>
            <a:lvl9pPr algn="l">
              <a:buNone/>
              <a:defRPr sz="2550" b="0">
                <a:solidFill>
                  <a:srgbClr val="173D35"/>
                </a:solidFill>
                <a:latin typeface="Nimbus Sans"/>
                <a:ea typeface="Nimbus Sans"/>
                <a:cs typeface="Nimbus Sans"/>
              </a:defRPr>
            </a:lvl9pPr>
          </a:lstStyle>
          <a:p xmlns:a="http://schemas.openxmlformats.org/drawingml/2006/main">
            <a:pPr algn="l">
              <a:buNone/>
              <a:defRPr sz="2550" b="0">
                <a:solidFill>
                  <a:srgbClr val="173D35"/>
                </a:solidFill>
                <a:latin typeface="Nimbus Sans"/>
                <a:ea typeface="Nimbus Sans"/>
                <a:cs typeface="Nimbus Sans"/>
              </a:defRPr>
            </a:pPr>
            <a:r>
              <a:rPr sz="2550" b="0">
                <a:solidFill>
                  <a:srgbClr val="173D35"/>
                </a:solidFill>
                <a:latin typeface="Nimbus Sans"/>
                <a:ea typeface="Nimbus Sans"/>
                <a:cs typeface="Nimbus Sans"/>
              </a:rPr>
              <a:t>Choose what to buy.</a:t>
            </a:r>
          </a:p>
          <a:p xmlns:a="http://schemas.openxmlformats.org/drawingml/2006/main">
            <a:pPr algn="l">
              <a:buNone/>
              <a:defRPr sz="2550" b="0">
                <a:solidFill>
                  <a:srgbClr val="173D35"/>
                </a:solidFill>
                <a:latin typeface="Nimbus Sans"/>
                <a:ea typeface="Nimbus Sans"/>
                <a:cs typeface="Nimbus Sans"/>
              </a:defRPr>
            </a:pPr>
            <a:r>
              <a:rPr sz="2550" b="0">
                <a:solidFill>
                  <a:srgbClr val="173D35"/>
                </a:solidFill>
                <a:latin typeface="Nimbus Sans"/>
                <a:ea typeface="Nimbus Sans"/>
                <a:cs typeface="Nimbus Sans"/>
              </a:rPr>
              <a:t>Decide what to save.</a:t>
            </a:r>
          </a:p>
          <a:p xmlns:a="http://schemas.openxmlformats.org/drawingml/2006/main">
            <a:pPr algn="l">
              <a:buNone/>
              <a:defRPr sz="2550" b="0">
                <a:solidFill>
                  <a:srgbClr val="173D35"/>
                </a:solidFill>
                <a:latin typeface="Nimbus Sans"/>
                <a:ea typeface="Nimbus Sans"/>
                <a:cs typeface="Nimbus Sans"/>
              </a:defRPr>
            </a:pPr>
            <a:r>
              <a:rPr sz="2550" b="0">
                <a:solidFill>
                  <a:srgbClr val="173D35"/>
                </a:solidFill>
                <a:latin typeface="Nimbus Sans"/>
                <a:ea typeface="Nimbus Sans"/>
                <a:cs typeface="Nimbus Sans"/>
              </a:rPr>
              <a:t>Sharing is optional.</a:t>
            </a:r>
          </a:p>
        </p:txBody>
      </p:sp>
      <p:sp>
        <p:nvSpPr>
          <p:cNvPr id="6" name="constraint">
            <a:extLst xmlns:a="http://schemas.openxmlformats.org/drawingml/2006/main">
              <a:ext uri="{FF2B5EF4-FFF2-40B4-BE49-F238E27FC236}">
                <a16:creationId xmlns:a16="http://schemas.microsoft.com/office/drawing/2014/main" id="{00A5E916-AED3-467A-B658-9E6F610AC579}"/>
              </a:ext>
            </a:extLst>
          </p:cNvPr>
          <p:cNvSpPr>
            <a:spLocks xmlns:a="http://schemas.openxmlformats.org/drawingml/2006/main" noGrp="1"/>
          </p:cNvSpPr>
          <p:nvPr/>
        </p:nvSpPr>
        <p:spPr>
          <a:xfrm xmlns:a="http://schemas.openxmlformats.org/drawingml/2006/main">
            <a:off x="7191375" y="4695825"/>
            <a:ext cx="428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A3432C"/>
                </a:solidFill>
                <a:latin typeface="Nimbus Sans"/>
                <a:ea typeface="Nimbus Sans"/>
                <a:cs typeface="Nimbus Sans"/>
              </a:defRPr>
            </a:defPPr>
            <a:lvl1pPr algn="l">
              <a:buNone/>
              <a:defRPr sz="2700" b="1">
                <a:solidFill>
                  <a:srgbClr val="A3432C"/>
                </a:solidFill>
                <a:latin typeface="Nimbus Sans"/>
                <a:ea typeface="Nimbus Sans"/>
                <a:cs typeface="Nimbus Sans"/>
              </a:defRPr>
            </a:lvl1pPr>
            <a:lvl2pPr algn="l">
              <a:buNone/>
              <a:defRPr sz="2700" b="1">
                <a:solidFill>
                  <a:srgbClr val="A3432C"/>
                </a:solidFill>
                <a:latin typeface="Nimbus Sans"/>
                <a:ea typeface="Nimbus Sans"/>
                <a:cs typeface="Nimbus Sans"/>
              </a:defRPr>
            </a:lvl2pPr>
            <a:lvl3pPr algn="l">
              <a:buNone/>
              <a:defRPr sz="2700" b="1">
                <a:solidFill>
                  <a:srgbClr val="A3432C"/>
                </a:solidFill>
                <a:latin typeface="Nimbus Sans"/>
                <a:ea typeface="Nimbus Sans"/>
                <a:cs typeface="Nimbus Sans"/>
              </a:defRPr>
            </a:lvl3pPr>
            <a:lvl4pPr algn="l">
              <a:buNone/>
              <a:defRPr sz="2700" b="1">
                <a:solidFill>
                  <a:srgbClr val="A3432C"/>
                </a:solidFill>
                <a:latin typeface="Nimbus Sans"/>
                <a:ea typeface="Nimbus Sans"/>
                <a:cs typeface="Nimbus Sans"/>
              </a:defRPr>
            </a:lvl4pPr>
            <a:lvl5pPr algn="l">
              <a:buNone/>
              <a:defRPr sz="2700" b="1">
                <a:solidFill>
                  <a:srgbClr val="A3432C"/>
                </a:solidFill>
                <a:latin typeface="Nimbus Sans"/>
                <a:ea typeface="Nimbus Sans"/>
                <a:cs typeface="Nimbus Sans"/>
              </a:defRPr>
            </a:lvl5pPr>
            <a:lvl6pPr algn="l">
              <a:buNone/>
              <a:defRPr sz="2700" b="1">
                <a:solidFill>
                  <a:srgbClr val="A3432C"/>
                </a:solidFill>
                <a:latin typeface="Nimbus Sans"/>
                <a:ea typeface="Nimbus Sans"/>
                <a:cs typeface="Nimbus Sans"/>
              </a:defRPr>
            </a:lvl6pPr>
            <a:lvl7pPr algn="l">
              <a:buNone/>
              <a:defRPr sz="2700" b="1">
                <a:solidFill>
                  <a:srgbClr val="A3432C"/>
                </a:solidFill>
                <a:latin typeface="Nimbus Sans"/>
                <a:ea typeface="Nimbus Sans"/>
                <a:cs typeface="Nimbus Sans"/>
              </a:defRPr>
            </a:lvl7pPr>
            <a:lvl8pPr algn="l">
              <a:buNone/>
              <a:defRPr sz="2700" b="1">
                <a:solidFill>
                  <a:srgbClr val="A3432C"/>
                </a:solidFill>
                <a:latin typeface="Nimbus Sans"/>
                <a:ea typeface="Nimbus Sans"/>
                <a:cs typeface="Nimbus Sans"/>
              </a:defRPr>
            </a:lvl8pPr>
            <a:lvl9pPr algn="l">
              <a:buNone/>
              <a:defRPr sz="2700" b="1">
                <a:solidFill>
                  <a:srgbClr val="A3432C"/>
                </a:solidFill>
                <a:latin typeface="Nimbus Sans"/>
                <a:ea typeface="Nimbus Sans"/>
                <a:cs typeface="Nimbus Sans"/>
              </a:defRPr>
            </a:lvl9pPr>
          </a:lstStyle>
          <a:p xmlns:a="http://schemas.openxmlformats.org/drawingml/2006/main">
            <a:pPr algn="l">
              <a:buNone/>
              <a:defRPr sz="2700" b="1">
                <a:solidFill>
                  <a:srgbClr val="A3432C"/>
                </a:solidFill>
                <a:latin typeface="Nimbus Sans"/>
                <a:ea typeface="Nimbus Sans"/>
                <a:cs typeface="Nimbus Sans"/>
              </a:defRPr>
            </a:pPr>
            <a:r>
              <a:rPr sz="2700" b="1">
                <a:solidFill>
                  <a:srgbClr val="A3432C"/>
                </a:solidFill>
                <a:latin typeface="Nimbus Sans"/>
                <a:ea typeface="Nimbus Sans"/>
                <a:cs typeface="Nimbus Sans"/>
              </a:rPr>
              <a:t>The whole plan</a:t>
            </a:r>
          </a:p>
          <a:p xmlns:a="http://schemas.openxmlformats.org/drawingml/2006/main">
            <a:pPr algn="l">
              <a:buNone/>
              <a:defRPr sz="2700" b="1">
                <a:solidFill>
                  <a:srgbClr val="A3432C"/>
                </a:solidFill>
                <a:latin typeface="Nimbus Sans"/>
                <a:ea typeface="Nimbus Sans"/>
                <a:cs typeface="Nimbus Sans"/>
              </a:defRPr>
            </a:pPr>
            <a:r>
              <a:rPr sz="2700" b="1">
                <a:solidFill>
                  <a:srgbClr val="A3432C"/>
                </a:solidFill>
                <a:latin typeface="Nimbus Sans"/>
                <a:ea typeface="Nimbus Sans"/>
                <a:cs typeface="Nimbus Sans"/>
              </a:rPr>
              <a:t>must add up to $20.</a:t>
            </a:r>
          </a:p>
        </p:txBody>
      </p:sp>
      <p:sp>
        <p:nvSpPr>
          <p:cNvPr id="7" name="plan-template">
            <a:extLst xmlns:a="http://schemas.openxmlformats.org/drawingml/2006/main">
              <a:ext uri="{FF2B5EF4-FFF2-40B4-BE49-F238E27FC236}">
                <a16:creationId xmlns:a16="http://schemas.microsoft.com/office/drawing/2014/main" id="{2F6407AB-EAB5-4070-B2F0-54482B141484}"/>
              </a:ext>
            </a:extLst>
          </p:cNvPr>
          <p:cNvSpPr>
            <a:spLocks xmlns:a="http://schemas.openxmlformats.org/drawingml/2006/main" noGrp="1"/>
          </p:cNvSpPr>
          <p:nvPr/>
        </p:nvSpPr>
        <p:spPr>
          <a:xfrm xmlns:a="http://schemas.openxmlformats.org/drawingml/2006/main">
            <a:off x="685800" y="55626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3D35"/>
                </a:solidFill>
                <a:latin typeface="Nimbus Sans"/>
                <a:ea typeface="Nimbus Sans"/>
                <a:cs typeface="Nimbus Sans"/>
              </a:defRPr>
            </a:defPPr>
            <a:lvl1pPr algn="l">
              <a:buNone/>
              <a:defRPr sz="2400" b="1">
                <a:solidFill>
                  <a:srgbClr val="173D35"/>
                </a:solidFill>
                <a:latin typeface="Nimbus Sans"/>
                <a:ea typeface="Nimbus Sans"/>
                <a:cs typeface="Nimbus Sans"/>
              </a:defRPr>
            </a:lvl1pPr>
            <a:lvl2pPr algn="l">
              <a:buNone/>
              <a:defRPr sz="2400" b="1">
                <a:solidFill>
                  <a:srgbClr val="173D35"/>
                </a:solidFill>
                <a:latin typeface="Nimbus Sans"/>
                <a:ea typeface="Nimbus Sans"/>
                <a:cs typeface="Nimbus Sans"/>
              </a:defRPr>
            </a:lvl2pPr>
            <a:lvl3pPr algn="l">
              <a:buNone/>
              <a:defRPr sz="2400" b="1">
                <a:solidFill>
                  <a:srgbClr val="173D35"/>
                </a:solidFill>
                <a:latin typeface="Nimbus Sans"/>
                <a:ea typeface="Nimbus Sans"/>
                <a:cs typeface="Nimbus Sans"/>
              </a:defRPr>
            </a:lvl3pPr>
            <a:lvl4pPr algn="l">
              <a:buNone/>
              <a:defRPr sz="2400" b="1">
                <a:solidFill>
                  <a:srgbClr val="173D35"/>
                </a:solidFill>
                <a:latin typeface="Nimbus Sans"/>
                <a:ea typeface="Nimbus Sans"/>
                <a:cs typeface="Nimbus Sans"/>
              </a:defRPr>
            </a:lvl4pPr>
            <a:lvl5pPr algn="l">
              <a:buNone/>
              <a:defRPr sz="2400" b="1">
                <a:solidFill>
                  <a:srgbClr val="173D35"/>
                </a:solidFill>
                <a:latin typeface="Nimbus Sans"/>
                <a:ea typeface="Nimbus Sans"/>
                <a:cs typeface="Nimbus Sans"/>
              </a:defRPr>
            </a:lvl5pPr>
            <a:lvl6pPr algn="l">
              <a:buNone/>
              <a:defRPr sz="2400" b="1">
                <a:solidFill>
                  <a:srgbClr val="173D35"/>
                </a:solidFill>
                <a:latin typeface="Nimbus Sans"/>
                <a:ea typeface="Nimbus Sans"/>
                <a:cs typeface="Nimbus Sans"/>
              </a:defRPr>
            </a:lvl6pPr>
            <a:lvl7pPr algn="l">
              <a:buNone/>
              <a:defRPr sz="2400" b="1">
                <a:solidFill>
                  <a:srgbClr val="173D35"/>
                </a:solidFill>
                <a:latin typeface="Nimbus Sans"/>
                <a:ea typeface="Nimbus Sans"/>
                <a:cs typeface="Nimbus Sans"/>
              </a:defRPr>
            </a:lvl7pPr>
            <a:lvl8pPr algn="l">
              <a:buNone/>
              <a:defRPr sz="2400" b="1">
                <a:solidFill>
                  <a:srgbClr val="173D35"/>
                </a:solidFill>
                <a:latin typeface="Nimbus Sans"/>
                <a:ea typeface="Nimbus Sans"/>
                <a:cs typeface="Nimbus Sans"/>
              </a:defRPr>
            </a:lvl8pPr>
            <a:lvl9pPr algn="l">
              <a:buNone/>
              <a:defRPr sz="2400" b="1">
                <a:solidFill>
                  <a:srgbClr val="173D35"/>
                </a:solidFill>
                <a:latin typeface="Nimbus Sans"/>
                <a:ea typeface="Nimbus Sans"/>
                <a:cs typeface="Nimbus Sans"/>
              </a:defRPr>
            </a:lvl9pPr>
          </a:lstStyle>
          <a:p xmlns:a="http://schemas.openxmlformats.org/drawingml/2006/main">
            <a:pPr algn="l">
              <a:buNone/>
              <a:defRPr sz="2400" b="1">
                <a:solidFill>
                  <a:srgbClr val="173D35"/>
                </a:solidFill>
                <a:latin typeface="Nimbus Sans"/>
                <a:ea typeface="Nimbus Sans"/>
                <a:cs typeface="Nimbus Sans"/>
              </a:defRPr>
            </a:pPr>
            <a:r>
              <a:rPr sz="2400" b="1">
                <a:solidFill>
                  <a:srgbClr val="173D35"/>
                </a:solidFill>
                <a:latin typeface="Nimbus Sans"/>
                <a:ea typeface="Nimbus Sans"/>
                <a:cs typeface="Nimbus Sans"/>
              </a:rPr>
              <a:t>Buy $____     Save $____     Share $____</a:t>
            </a:r>
          </a:p>
        </p:txBody>
      </p:sp>
    </p:spTree>
    <p:extLst>
      <p:ext uri="{BB962C8B-B14F-4D97-AF65-F5344CB8AC3E}">
        <p14:creationId xmlns:p14="http://schemas.microsoft.com/office/powerpoint/2010/main" val="195994904"/>
      </p:ext>
    </p:extLst>
  </p:cSld>
</p:sld>
</file>

<file path=ppt/slides/slide13.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7F524BA8-BF60-4DC3-8152-1DCEFBDAC76C}"/>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buNone/>
              <a:defRPr sz="3900" b="1">
                <a:solidFill>
                  <a:srgbClr val="173D35"/>
                </a:solidFill>
                <a:latin typeface="Nimbus Sans"/>
                <a:ea typeface="Nimbus Sans"/>
                <a:cs typeface="Nimbus Sans"/>
              </a:defRPr>
            </a:lvl1pPr>
            <a:lvl2pPr algn="l">
              <a:buNone/>
              <a:defRPr sz="3900" b="1">
                <a:solidFill>
                  <a:srgbClr val="173D35"/>
                </a:solidFill>
                <a:latin typeface="Nimbus Sans"/>
                <a:ea typeface="Nimbus Sans"/>
                <a:cs typeface="Nimbus Sans"/>
              </a:defRPr>
            </a:lvl2pPr>
            <a:lvl3pPr algn="l">
              <a:buNone/>
              <a:defRPr sz="3900" b="1">
                <a:solidFill>
                  <a:srgbClr val="173D35"/>
                </a:solidFill>
                <a:latin typeface="Nimbus Sans"/>
                <a:ea typeface="Nimbus Sans"/>
                <a:cs typeface="Nimbus Sans"/>
              </a:defRPr>
            </a:lvl3pPr>
            <a:lvl4pPr algn="l">
              <a:buNone/>
              <a:defRPr sz="3900" b="1">
                <a:solidFill>
                  <a:srgbClr val="173D35"/>
                </a:solidFill>
                <a:latin typeface="Nimbus Sans"/>
                <a:ea typeface="Nimbus Sans"/>
                <a:cs typeface="Nimbus Sans"/>
              </a:defRPr>
            </a:lvl4pPr>
            <a:lvl5pPr algn="l">
              <a:buNone/>
              <a:defRPr sz="3900" b="1">
                <a:solidFill>
                  <a:srgbClr val="173D35"/>
                </a:solidFill>
                <a:latin typeface="Nimbus Sans"/>
                <a:ea typeface="Nimbus Sans"/>
                <a:cs typeface="Nimbus Sans"/>
              </a:defRPr>
            </a:lvl5pPr>
            <a:lvl6pPr algn="l">
              <a:buNone/>
              <a:defRPr sz="3900" b="1">
                <a:solidFill>
                  <a:srgbClr val="173D35"/>
                </a:solidFill>
                <a:latin typeface="Nimbus Sans"/>
                <a:ea typeface="Nimbus Sans"/>
                <a:cs typeface="Nimbus Sans"/>
              </a:defRPr>
            </a:lvl6pPr>
            <a:lvl7pPr algn="l">
              <a:buNone/>
              <a:defRPr sz="3900" b="1">
                <a:solidFill>
                  <a:srgbClr val="173D35"/>
                </a:solidFill>
                <a:latin typeface="Nimbus Sans"/>
                <a:ea typeface="Nimbus Sans"/>
                <a:cs typeface="Nimbus Sans"/>
              </a:defRPr>
            </a:lvl7pPr>
            <a:lvl8pPr algn="l">
              <a:buNone/>
              <a:defRPr sz="3900" b="1">
                <a:solidFill>
                  <a:srgbClr val="173D35"/>
                </a:solidFill>
                <a:latin typeface="Nimbus Sans"/>
                <a:ea typeface="Nimbus Sans"/>
                <a:cs typeface="Nimbus Sans"/>
              </a:defRPr>
            </a:lvl8pPr>
            <a:lvl9pPr algn="l">
              <a:buNone/>
              <a:defRPr sz="3900" b="1">
                <a:solidFill>
                  <a:srgbClr val="173D35"/>
                </a:solidFill>
                <a:latin typeface="Nimbus Sans"/>
                <a:ea typeface="Nimbus Sans"/>
                <a:cs typeface="Nimbus Sans"/>
              </a:defRPr>
            </a:lvl9pPr>
          </a:lstStyle>
          <a:p xmlns:a="http://schemas.openxmlformats.org/drawingml/2006/main">
            <a:pPr algn="l">
              <a:buNone/>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Two plans can both work</a:t>
            </a:r>
          </a:p>
        </p:txBody>
      </p:sp>
      <p:sp>
        <p:nvSpPr>
          <p:cNvPr id="2" name="page-number">
            <a:extLst xmlns:a="http://schemas.openxmlformats.org/drawingml/2006/main">
              <a:ext uri="{FF2B5EF4-FFF2-40B4-BE49-F238E27FC236}">
                <a16:creationId xmlns:a16="http://schemas.microsoft.com/office/drawing/2014/main" id="{61009504-B446-4BE8-A329-8C1429032F6F}"/>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buNone/>
              <a:defRPr sz="1500" b="0">
                <a:solidFill>
                  <a:srgbClr val="55655E"/>
                </a:solidFill>
                <a:latin typeface="Nimbus Sans"/>
                <a:ea typeface="Nimbus Sans"/>
                <a:cs typeface="Nimbus Sans"/>
              </a:defRPr>
            </a:lvl1pPr>
            <a:lvl2pPr algn="r">
              <a:buNone/>
              <a:defRPr sz="1500" b="0">
                <a:solidFill>
                  <a:srgbClr val="55655E"/>
                </a:solidFill>
                <a:latin typeface="Nimbus Sans"/>
                <a:ea typeface="Nimbus Sans"/>
                <a:cs typeface="Nimbus Sans"/>
              </a:defRPr>
            </a:lvl2pPr>
            <a:lvl3pPr algn="r">
              <a:buNone/>
              <a:defRPr sz="1500" b="0">
                <a:solidFill>
                  <a:srgbClr val="55655E"/>
                </a:solidFill>
                <a:latin typeface="Nimbus Sans"/>
                <a:ea typeface="Nimbus Sans"/>
                <a:cs typeface="Nimbus Sans"/>
              </a:defRPr>
            </a:lvl3pPr>
            <a:lvl4pPr algn="r">
              <a:buNone/>
              <a:defRPr sz="1500" b="0">
                <a:solidFill>
                  <a:srgbClr val="55655E"/>
                </a:solidFill>
                <a:latin typeface="Nimbus Sans"/>
                <a:ea typeface="Nimbus Sans"/>
                <a:cs typeface="Nimbus Sans"/>
              </a:defRPr>
            </a:lvl4pPr>
            <a:lvl5pPr algn="r">
              <a:buNone/>
              <a:defRPr sz="1500" b="0">
                <a:solidFill>
                  <a:srgbClr val="55655E"/>
                </a:solidFill>
                <a:latin typeface="Nimbus Sans"/>
                <a:ea typeface="Nimbus Sans"/>
                <a:cs typeface="Nimbus Sans"/>
              </a:defRPr>
            </a:lvl5pPr>
            <a:lvl6pPr algn="r">
              <a:buNone/>
              <a:defRPr sz="1500" b="0">
                <a:solidFill>
                  <a:srgbClr val="55655E"/>
                </a:solidFill>
                <a:latin typeface="Nimbus Sans"/>
                <a:ea typeface="Nimbus Sans"/>
                <a:cs typeface="Nimbus Sans"/>
              </a:defRPr>
            </a:lvl6pPr>
            <a:lvl7pPr algn="r">
              <a:buNone/>
              <a:defRPr sz="1500" b="0">
                <a:solidFill>
                  <a:srgbClr val="55655E"/>
                </a:solidFill>
                <a:latin typeface="Nimbus Sans"/>
                <a:ea typeface="Nimbus Sans"/>
                <a:cs typeface="Nimbus Sans"/>
              </a:defRPr>
            </a:lvl7pPr>
            <a:lvl8pPr algn="r">
              <a:buNone/>
              <a:defRPr sz="1500" b="0">
                <a:solidFill>
                  <a:srgbClr val="55655E"/>
                </a:solidFill>
                <a:latin typeface="Nimbus Sans"/>
                <a:ea typeface="Nimbus Sans"/>
                <a:cs typeface="Nimbus Sans"/>
              </a:defRPr>
            </a:lvl8pPr>
            <a:lvl9pPr algn="r">
              <a:buNone/>
              <a:defRPr sz="1500" b="0">
                <a:solidFill>
                  <a:srgbClr val="55655E"/>
                </a:solidFill>
                <a:latin typeface="Nimbus Sans"/>
                <a:ea typeface="Nimbus Sans"/>
                <a:cs typeface="Nimbus Sans"/>
              </a:defRPr>
            </a:lvl9pPr>
          </a:lstStyle>
          <a:p xmlns:a="http://schemas.openxmlformats.org/drawingml/2006/main">
            <a:pPr algn="r">
              <a:buNone/>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13</a:t>
            </a:r>
          </a:p>
        </p:txBody>
      </p:sp>
      <p:graphicFrame>
        <p:nvGraphicFramePr>
          <p:cNvPr id="3" name="">
            <a:extLst xmlns:a="http://schemas.openxmlformats.org/drawingml/2006/main">
              <a:ext uri="{FF2B5EF4-FFF2-40B4-BE49-F238E27FC236}">
                <a16:creationId xmlns:a16="http://schemas.microsoft.com/office/drawing/2014/main" id="{A005786B-31A3-42EB-A3F4-ECEA05F5D533}"/>
              </a:ext>
            </a:extLst>
          </p:cNvPr>
          <p:cNvGraphicFramePr/>
          <p:nvPr/>
        </p:nvGraphicFramePr>
        <p:xfrm>
          <a:off xmlns:a="http://schemas.openxmlformats.org/drawingml/2006/main" x="685800" y="1714500"/>
          <a:ext xmlns:a="http://schemas.openxmlformats.org/drawingml/2006/main" cx="7762875" cy="4057650"/>
        </p:xfrm>
        <a:graphic xmlns:a="http://schemas.openxmlformats.org/drawingml/2006/main">
          <a:graphicData uri="http://schemas.openxmlformats.org/drawingml/2006/table">
            <a:tbl>
              <a:tblPr firstRow="0" bandRow="0"/>
              <a:tblGrid>
                <a:gridCol w="3952875"/>
                <a:gridCol w="1905000"/>
                <a:gridCol w="1905000"/>
              </a:tblGrid>
              <a:tr h="507206">
                <a:tc>
                  <a:txBody>
                    <a:bodyPr lIns="152400" tIns="95250" rIns="95250" bIns="76200"/>
                    <a:lstStyle/>
                    <a:p>
                      <a:r>
                        <a:rPr sz="2025" b="1">
                          <a:solidFill>
                            <a:srgbClr val="F6F1E7"/>
                          </a:solidFill>
                          <a:latin typeface="Nimbus Sans"/>
                          <a:ea typeface="Nimbus Sans"/>
                          <a:cs typeface="Nimbus Sans"/>
                        </a:rPr>
                        <a:t>Use of the $20</a:t>
                      </a:r>
                    </a:p>
                  </a:txBody>
                  <a:tcPr marL="91440" marR="91440" marT="45720" marB="45720" anchor="ctr">
                    <a:lnL w="9525">
                      <a:solidFill>
                        <a:srgbClr val="D4D8CF"/>
                      </a:solidFill>
                      <a:prstDash val="solid"/>
                    </a:lnL>
                    <a:lnR w="9525">
                      <a:solidFill>
                        <a:srgbClr val="D4D8CF"/>
                      </a:solidFill>
                      <a:prstDash val="solid"/>
                    </a:lnR>
                    <a:lnT w="9525">
                      <a:solidFill>
                        <a:srgbClr val="D4D8CF"/>
                      </a:solidFill>
                      <a:prstDash val="solid"/>
                    </a:lnT>
                    <a:lnB w="9525">
                      <a:solidFill>
                        <a:srgbClr val="D4D8CF"/>
                      </a:solidFill>
                      <a:prstDash val="solid"/>
                    </a:lnB>
                    <a:solidFill>
                      <a:srgbClr val="173D35"/>
                    </a:solidFill>
                  </a:tcPr>
                </a:tc>
                <a:tc>
                  <a:txBody>
                    <a:bodyPr lIns="152400" tIns="95250" rIns="95250" bIns="76200"/>
                    <a:lstStyle/>
                    <a:p>
                      <a:r>
                        <a:rPr sz="2025" b="1">
                          <a:solidFill>
                            <a:srgbClr val="F6F1E7"/>
                          </a:solidFill>
                          <a:latin typeface="Nimbus Sans"/>
                          <a:ea typeface="Nimbus Sans"/>
                          <a:cs typeface="Nimbus Sans"/>
                        </a:rPr>
                        <a:t>Plan A</a:t>
                      </a:r>
                    </a:p>
                  </a:txBody>
                  <a:tcPr marL="91440" marR="91440" marT="45720" marB="45720" anchor="ctr">
                    <a:lnR w="9525">
                      <a:solidFill>
                        <a:srgbClr val="D4D8CF"/>
                      </a:solidFill>
                      <a:prstDash val="solid"/>
                    </a:lnR>
                    <a:lnT w="9525">
                      <a:solidFill>
                        <a:srgbClr val="D4D8CF"/>
                      </a:solidFill>
                      <a:prstDash val="solid"/>
                    </a:lnT>
                    <a:lnB w="9525">
                      <a:solidFill>
                        <a:srgbClr val="D4D8CF"/>
                      </a:solidFill>
                      <a:prstDash val="solid"/>
                    </a:lnB>
                    <a:solidFill>
                      <a:srgbClr val="173D35"/>
                    </a:solidFill>
                  </a:tcPr>
                </a:tc>
                <a:tc>
                  <a:txBody>
                    <a:bodyPr lIns="152400" tIns="95250" rIns="95250" bIns="76200"/>
                    <a:lstStyle/>
                    <a:p>
                      <a:r>
                        <a:rPr sz="2025" b="1">
                          <a:solidFill>
                            <a:srgbClr val="F6F1E7"/>
                          </a:solidFill>
                          <a:latin typeface="Nimbus Sans"/>
                          <a:ea typeface="Nimbus Sans"/>
                          <a:cs typeface="Nimbus Sans"/>
                        </a:rPr>
                        <a:t>Plan B</a:t>
                      </a:r>
                    </a:p>
                  </a:txBody>
                  <a:tcPr marL="91440" marR="91440" marT="45720" marB="45720" anchor="ctr">
                    <a:lnR w="9525">
                      <a:solidFill>
                        <a:srgbClr val="D4D8CF"/>
                      </a:solidFill>
                      <a:prstDash val="solid"/>
                    </a:lnR>
                    <a:lnT w="9525">
                      <a:solidFill>
                        <a:srgbClr val="D4D8CF"/>
                      </a:solidFill>
                      <a:prstDash val="solid"/>
                    </a:lnT>
                    <a:lnB w="9525">
                      <a:solidFill>
                        <a:srgbClr val="D4D8CF"/>
                      </a:solidFill>
                      <a:prstDash val="solid"/>
                    </a:lnB>
                    <a:solidFill>
                      <a:srgbClr val="173D35"/>
                    </a:solidFill>
                  </a:tcPr>
                </a:tc>
              </a:tr>
              <a:tr h="507206">
                <a:tc>
                  <a:txBody>
                    <a:bodyPr lIns="152400" tIns="95250" rIns="95250" bIns="76200"/>
                    <a:lstStyle/>
                    <a:p>
                      <a:r>
                        <a:rPr sz="2025" b="0">
                          <a:solidFill>
                            <a:srgbClr val="173D35"/>
                          </a:solidFill>
                          <a:latin typeface="Nimbus Sans"/>
                          <a:ea typeface="Nimbus Sans"/>
                          <a:cs typeface="Nimbus Sans"/>
                        </a:rPr>
                        <a:t>Lunch</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025" b="0">
                          <a:solidFill>
                            <a:srgbClr val="173D35"/>
                          </a:solidFill>
                          <a:latin typeface="Nimbus Sans"/>
                          <a:ea typeface="Nimbus Sans"/>
                          <a:cs typeface="Nimbus Sans"/>
                        </a:rPr>
                        <a:t>$6</a:t>
                      </a:r>
                    </a:p>
                  </a:txBody>
                  <a:tcPr marL="91440" marR="91440" marT="45720" marB="45720" anchor="ctr">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025" b="0">
                          <a:solidFill>
                            <a:srgbClr val="173D35"/>
                          </a:solidFill>
                          <a:latin typeface="Nimbus Sans"/>
                          <a:ea typeface="Nimbus Sans"/>
                          <a:cs typeface="Nimbus Sans"/>
                        </a:rPr>
                        <a:t>$6</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507206">
                <a:tc>
                  <a:txBody>
                    <a:bodyPr lIns="152400" tIns="95250" rIns="95250" bIns="76200"/>
                    <a:lstStyle/>
                    <a:p>
                      <a:r>
                        <a:rPr sz="2025" b="0">
                          <a:solidFill>
                            <a:srgbClr val="173D35"/>
                          </a:solidFill>
                          <a:latin typeface="Nimbus Sans"/>
                          <a:ea typeface="Nimbus Sans"/>
                          <a:cs typeface="Nimbus Sans"/>
                        </a:rPr>
                        <a:t>Fruit</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025" b="0">
                          <a:solidFill>
                            <a:srgbClr val="173D35"/>
                          </a:solidFill>
                          <a:latin typeface="Nimbus Sans"/>
                          <a:ea typeface="Nimbus Sans"/>
                          <a:cs typeface="Nimbus Sans"/>
                        </a:rPr>
                        <a:t>$2</a:t>
                      </a:r>
                    </a:p>
                  </a:txBody>
                  <a:tcPr marL="91440" marR="91440" marT="45720" marB="45720" anchor="ctr">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025" b="0">
                          <a:solidFill>
                            <a:srgbClr val="173D35"/>
                          </a:solidFill>
                          <a:latin typeface="Nimbus Sans"/>
                          <a:ea typeface="Nimbus Sans"/>
                          <a:cs typeface="Nimbus Sans"/>
                        </a:rPr>
                        <a:t>$0</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507206">
                <a:tc>
                  <a:txBody>
                    <a:bodyPr lIns="152400" tIns="95250" rIns="95250" bIns="76200"/>
                    <a:lstStyle/>
                    <a:p>
                      <a:r>
                        <a:rPr sz="2025" b="0">
                          <a:solidFill>
                            <a:srgbClr val="173D35"/>
                          </a:solidFill>
                          <a:latin typeface="Nimbus Sans"/>
                          <a:ea typeface="Nimbus Sans"/>
                          <a:cs typeface="Nimbus Sans"/>
                        </a:rPr>
                        <a:t>Book</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025" b="0">
                          <a:solidFill>
                            <a:srgbClr val="173D35"/>
                          </a:solidFill>
                          <a:latin typeface="Nimbus Sans"/>
                          <a:ea typeface="Nimbus Sans"/>
                          <a:cs typeface="Nimbus Sans"/>
                        </a:rPr>
                        <a:t>$5</a:t>
                      </a:r>
                    </a:p>
                  </a:txBody>
                  <a:tcPr marL="91440" marR="91440" marT="45720" marB="45720" anchor="ctr">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025" b="0">
                          <a:solidFill>
                            <a:srgbClr val="173D35"/>
                          </a:solidFill>
                          <a:latin typeface="Nimbus Sans"/>
                          <a:ea typeface="Nimbus Sans"/>
                          <a:cs typeface="Nimbus Sans"/>
                        </a:rPr>
                        <a:t>$0</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507206">
                <a:tc>
                  <a:txBody>
                    <a:bodyPr lIns="152400" tIns="95250" rIns="95250" bIns="76200"/>
                    <a:lstStyle/>
                    <a:p>
                      <a:r>
                        <a:rPr sz="2025" b="0">
                          <a:solidFill>
                            <a:srgbClr val="173D35"/>
                          </a:solidFill>
                          <a:latin typeface="Nimbus Sans"/>
                          <a:ea typeface="Nimbus Sans"/>
                          <a:cs typeface="Nimbus Sans"/>
                        </a:rPr>
                        <a:t>Game tokens</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025" b="0">
                          <a:solidFill>
                            <a:srgbClr val="173D35"/>
                          </a:solidFill>
                          <a:latin typeface="Nimbus Sans"/>
                          <a:ea typeface="Nimbus Sans"/>
                          <a:cs typeface="Nimbus Sans"/>
                        </a:rPr>
                        <a:t>$0</a:t>
                      </a:r>
                    </a:p>
                  </a:txBody>
                  <a:tcPr marL="91440" marR="91440" marT="45720" marB="45720" anchor="ctr">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025" b="0">
                          <a:solidFill>
                            <a:srgbClr val="173D35"/>
                          </a:solidFill>
                          <a:latin typeface="Nimbus Sans"/>
                          <a:ea typeface="Nimbus Sans"/>
                          <a:cs typeface="Nimbus Sans"/>
                        </a:rPr>
                        <a:t>$4</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507206">
                <a:tc>
                  <a:txBody>
                    <a:bodyPr lIns="152400" tIns="95250" rIns="95250" bIns="76200"/>
                    <a:lstStyle/>
                    <a:p>
                      <a:r>
                        <a:rPr sz="2025" b="0">
                          <a:solidFill>
                            <a:srgbClr val="173D35"/>
                          </a:solidFill>
                          <a:latin typeface="Nimbus Sans"/>
                          <a:ea typeface="Nimbus Sans"/>
                          <a:cs typeface="Nimbus Sans"/>
                        </a:rPr>
                        <a:t>Save</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025" b="0">
                          <a:solidFill>
                            <a:srgbClr val="173D35"/>
                          </a:solidFill>
                          <a:latin typeface="Nimbus Sans"/>
                          <a:ea typeface="Nimbus Sans"/>
                          <a:cs typeface="Nimbus Sans"/>
                        </a:rPr>
                        <a:t>$7</a:t>
                      </a:r>
                    </a:p>
                  </a:txBody>
                  <a:tcPr marL="91440" marR="91440" marT="45720" marB="45720" anchor="ctr">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025" b="0">
                          <a:solidFill>
                            <a:srgbClr val="173D35"/>
                          </a:solidFill>
                          <a:latin typeface="Nimbus Sans"/>
                          <a:ea typeface="Nimbus Sans"/>
                          <a:cs typeface="Nimbus Sans"/>
                        </a:rPr>
                        <a:t>$8</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507206">
                <a:tc>
                  <a:txBody>
                    <a:bodyPr lIns="152400" tIns="95250" rIns="95250" bIns="76200"/>
                    <a:lstStyle/>
                    <a:p>
                      <a:r>
                        <a:rPr sz="2025" b="0">
                          <a:solidFill>
                            <a:srgbClr val="173D35"/>
                          </a:solidFill>
                          <a:latin typeface="Nimbus Sans"/>
                          <a:ea typeface="Nimbus Sans"/>
                          <a:cs typeface="Nimbus Sans"/>
                        </a:rPr>
                        <a:t>Share</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025" b="0">
                          <a:solidFill>
                            <a:srgbClr val="173D35"/>
                          </a:solidFill>
                          <a:latin typeface="Nimbus Sans"/>
                          <a:ea typeface="Nimbus Sans"/>
                          <a:cs typeface="Nimbus Sans"/>
                        </a:rPr>
                        <a:t>$0</a:t>
                      </a:r>
                    </a:p>
                  </a:txBody>
                  <a:tcPr marL="91440" marR="91440" marT="45720" marB="45720" anchor="ctr">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025" b="0">
                          <a:solidFill>
                            <a:srgbClr val="173D35"/>
                          </a:solidFill>
                          <a:latin typeface="Nimbus Sans"/>
                          <a:ea typeface="Nimbus Sans"/>
                          <a:cs typeface="Nimbus Sans"/>
                        </a:rPr>
                        <a:t>$2</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507206">
                <a:tc>
                  <a:txBody>
                    <a:bodyPr lIns="152400" tIns="95250" rIns="95250" bIns="76200"/>
                    <a:lstStyle/>
                    <a:p>
                      <a:r>
                        <a:rPr sz="2025" b="0">
                          <a:solidFill>
                            <a:srgbClr val="173D35"/>
                          </a:solidFill>
                          <a:latin typeface="Nimbus Sans"/>
                          <a:ea typeface="Nimbus Sans"/>
                          <a:cs typeface="Nimbus Sans"/>
                        </a:rPr>
                        <a:t>Total</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025" b="0">
                          <a:solidFill>
                            <a:srgbClr val="173D35"/>
                          </a:solidFill>
                          <a:latin typeface="Nimbus Sans"/>
                          <a:ea typeface="Nimbus Sans"/>
                          <a:cs typeface="Nimbus Sans"/>
                        </a:rPr>
                        <a:t>$20</a:t>
                      </a:r>
                    </a:p>
                  </a:txBody>
                  <a:tcPr marL="91440" marR="91440" marT="45720" marB="45720" anchor="ctr">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025" b="0">
                          <a:solidFill>
                            <a:srgbClr val="173D35"/>
                          </a:solidFill>
                          <a:latin typeface="Nimbus Sans"/>
                          <a:ea typeface="Nimbus Sans"/>
                          <a:cs typeface="Nimbus Sans"/>
                        </a:rPr>
                        <a:t>$20</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bl>
          </a:graphicData>
        </a:graphic>
      </p:graphicFrame>
      <p:sp>
        <p:nvSpPr>
          <p:cNvPr id="4" name="question">
            <a:extLst xmlns:a="http://schemas.openxmlformats.org/drawingml/2006/main">
              <a:ext uri="{FF2B5EF4-FFF2-40B4-BE49-F238E27FC236}">
                <a16:creationId xmlns:a16="http://schemas.microsoft.com/office/drawing/2014/main" id="{C40B6700-2212-4F27-8A1D-926C69B0C620}"/>
              </a:ext>
            </a:extLst>
          </p:cNvPr>
          <p:cNvSpPr>
            <a:spLocks xmlns:a="http://schemas.openxmlformats.org/drawingml/2006/main" noGrp="1"/>
          </p:cNvSpPr>
          <p:nvPr/>
        </p:nvSpPr>
        <p:spPr>
          <a:xfrm xmlns:a="http://schemas.openxmlformats.org/drawingml/2006/main">
            <a:off x="9010650" y="2238375"/>
            <a:ext cx="266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173D35"/>
                </a:solidFill>
                <a:latin typeface="Nimbus Sans"/>
                <a:ea typeface="Nimbus Sans"/>
                <a:cs typeface="Nimbus Sans"/>
              </a:defRPr>
            </a:defPPr>
            <a:lvl1pPr algn="l">
              <a:buNone/>
              <a:defRPr sz="3000" b="1">
                <a:solidFill>
                  <a:srgbClr val="173D35"/>
                </a:solidFill>
                <a:latin typeface="Nimbus Sans"/>
                <a:ea typeface="Nimbus Sans"/>
                <a:cs typeface="Nimbus Sans"/>
              </a:defRPr>
            </a:lvl1pPr>
            <a:lvl2pPr algn="l">
              <a:buNone/>
              <a:defRPr sz="3000" b="1">
                <a:solidFill>
                  <a:srgbClr val="173D35"/>
                </a:solidFill>
                <a:latin typeface="Nimbus Sans"/>
                <a:ea typeface="Nimbus Sans"/>
                <a:cs typeface="Nimbus Sans"/>
              </a:defRPr>
            </a:lvl2pPr>
            <a:lvl3pPr algn="l">
              <a:buNone/>
              <a:defRPr sz="3000" b="1">
                <a:solidFill>
                  <a:srgbClr val="173D35"/>
                </a:solidFill>
                <a:latin typeface="Nimbus Sans"/>
                <a:ea typeface="Nimbus Sans"/>
                <a:cs typeface="Nimbus Sans"/>
              </a:defRPr>
            </a:lvl3pPr>
            <a:lvl4pPr algn="l">
              <a:buNone/>
              <a:defRPr sz="3000" b="1">
                <a:solidFill>
                  <a:srgbClr val="173D35"/>
                </a:solidFill>
                <a:latin typeface="Nimbus Sans"/>
                <a:ea typeface="Nimbus Sans"/>
                <a:cs typeface="Nimbus Sans"/>
              </a:defRPr>
            </a:lvl4pPr>
            <a:lvl5pPr algn="l">
              <a:buNone/>
              <a:defRPr sz="3000" b="1">
                <a:solidFill>
                  <a:srgbClr val="173D35"/>
                </a:solidFill>
                <a:latin typeface="Nimbus Sans"/>
                <a:ea typeface="Nimbus Sans"/>
                <a:cs typeface="Nimbus Sans"/>
              </a:defRPr>
            </a:lvl5pPr>
            <a:lvl6pPr algn="l">
              <a:buNone/>
              <a:defRPr sz="3000" b="1">
                <a:solidFill>
                  <a:srgbClr val="173D35"/>
                </a:solidFill>
                <a:latin typeface="Nimbus Sans"/>
                <a:ea typeface="Nimbus Sans"/>
                <a:cs typeface="Nimbus Sans"/>
              </a:defRPr>
            </a:lvl6pPr>
            <a:lvl7pPr algn="l">
              <a:buNone/>
              <a:defRPr sz="3000" b="1">
                <a:solidFill>
                  <a:srgbClr val="173D35"/>
                </a:solidFill>
                <a:latin typeface="Nimbus Sans"/>
                <a:ea typeface="Nimbus Sans"/>
                <a:cs typeface="Nimbus Sans"/>
              </a:defRPr>
            </a:lvl7pPr>
            <a:lvl8pPr algn="l">
              <a:buNone/>
              <a:defRPr sz="3000" b="1">
                <a:solidFill>
                  <a:srgbClr val="173D35"/>
                </a:solidFill>
                <a:latin typeface="Nimbus Sans"/>
                <a:ea typeface="Nimbus Sans"/>
                <a:cs typeface="Nimbus Sans"/>
              </a:defRPr>
            </a:lvl8pPr>
            <a:lvl9pPr algn="l">
              <a:buNone/>
              <a:defRPr sz="3000" b="1">
                <a:solidFill>
                  <a:srgbClr val="173D35"/>
                </a:solidFill>
                <a:latin typeface="Nimbus Sans"/>
                <a:ea typeface="Nimbus Sans"/>
                <a:cs typeface="Nimbus Sans"/>
              </a:defRPr>
            </a:lvl9pPr>
          </a:lstStyle>
          <a:p xmlns:a="http://schemas.openxmlformats.org/drawingml/2006/main">
            <a:pPr algn="l">
              <a:buNone/>
              <a:defRPr sz="3000" b="1">
                <a:solidFill>
                  <a:srgbClr val="173D35"/>
                </a:solidFill>
                <a:latin typeface="Nimbus Sans"/>
                <a:ea typeface="Nimbus Sans"/>
                <a:cs typeface="Nimbus Sans"/>
              </a:defRPr>
            </a:pPr>
            <a:r>
              <a:rPr sz="3000" b="1">
                <a:solidFill>
                  <a:srgbClr val="173D35"/>
                </a:solidFill>
                <a:latin typeface="Nimbus Sans"/>
                <a:ea typeface="Nimbus Sans"/>
                <a:cs typeface="Nimbus Sans"/>
              </a:rPr>
              <a:t>What matters</a:t>
            </a:r>
          </a:p>
          <a:p xmlns:a="http://schemas.openxmlformats.org/drawingml/2006/main">
            <a:pPr algn="l">
              <a:buNone/>
              <a:defRPr sz="3000" b="1">
                <a:solidFill>
                  <a:srgbClr val="173D35"/>
                </a:solidFill>
                <a:latin typeface="Nimbus Sans"/>
                <a:ea typeface="Nimbus Sans"/>
                <a:cs typeface="Nimbus Sans"/>
              </a:defRPr>
            </a:pPr>
            <a:r>
              <a:rPr sz="3000" b="1">
                <a:solidFill>
                  <a:srgbClr val="173D35"/>
                </a:solidFill>
                <a:latin typeface="Nimbus Sans"/>
                <a:ea typeface="Nimbus Sans"/>
                <a:cs typeface="Nimbus Sans"/>
              </a:rPr>
              <a:t>to each person?</a:t>
            </a:r>
          </a:p>
        </p:txBody>
      </p:sp>
      <p:sp>
        <p:nvSpPr>
          <p:cNvPr id="5" name="follow">
            <a:extLst xmlns:a="http://schemas.openxmlformats.org/drawingml/2006/main">
              <a:ext uri="{FF2B5EF4-FFF2-40B4-BE49-F238E27FC236}">
                <a16:creationId xmlns:a16="http://schemas.microsoft.com/office/drawing/2014/main" id="{E59B63EF-8006-4097-9FE1-DCFF3D918B57}"/>
              </a:ext>
            </a:extLst>
          </p:cNvPr>
          <p:cNvSpPr>
            <a:spLocks xmlns:a="http://schemas.openxmlformats.org/drawingml/2006/main" noGrp="1"/>
          </p:cNvSpPr>
          <p:nvPr/>
        </p:nvSpPr>
        <p:spPr>
          <a:xfrm xmlns:a="http://schemas.openxmlformats.org/drawingml/2006/main">
            <a:off x="9010650" y="4343400"/>
            <a:ext cx="2667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55655E"/>
                </a:solidFill>
                <a:latin typeface="Nimbus Sans"/>
                <a:ea typeface="Nimbus Sans"/>
                <a:cs typeface="Nimbus Sans"/>
              </a:defRPr>
            </a:defPPr>
            <a:lvl1pPr algn="l">
              <a:buNone/>
              <a:defRPr sz="2475" b="0">
                <a:solidFill>
                  <a:srgbClr val="55655E"/>
                </a:solidFill>
                <a:latin typeface="Nimbus Sans"/>
                <a:ea typeface="Nimbus Sans"/>
                <a:cs typeface="Nimbus Sans"/>
              </a:defRPr>
            </a:lvl1pPr>
            <a:lvl2pPr algn="l">
              <a:buNone/>
              <a:defRPr sz="2475" b="0">
                <a:solidFill>
                  <a:srgbClr val="55655E"/>
                </a:solidFill>
                <a:latin typeface="Nimbus Sans"/>
                <a:ea typeface="Nimbus Sans"/>
                <a:cs typeface="Nimbus Sans"/>
              </a:defRPr>
            </a:lvl2pPr>
            <a:lvl3pPr algn="l">
              <a:buNone/>
              <a:defRPr sz="2475" b="0">
                <a:solidFill>
                  <a:srgbClr val="55655E"/>
                </a:solidFill>
                <a:latin typeface="Nimbus Sans"/>
                <a:ea typeface="Nimbus Sans"/>
                <a:cs typeface="Nimbus Sans"/>
              </a:defRPr>
            </a:lvl3pPr>
            <a:lvl4pPr algn="l">
              <a:buNone/>
              <a:defRPr sz="2475" b="0">
                <a:solidFill>
                  <a:srgbClr val="55655E"/>
                </a:solidFill>
                <a:latin typeface="Nimbus Sans"/>
                <a:ea typeface="Nimbus Sans"/>
                <a:cs typeface="Nimbus Sans"/>
              </a:defRPr>
            </a:lvl4pPr>
            <a:lvl5pPr algn="l">
              <a:buNone/>
              <a:defRPr sz="2475" b="0">
                <a:solidFill>
                  <a:srgbClr val="55655E"/>
                </a:solidFill>
                <a:latin typeface="Nimbus Sans"/>
                <a:ea typeface="Nimbus Sans"/>
                <a:cs typeface="Nimbus Sans"/>
              </a:defRPr>
            </a:lvl5pPr>
            <a:lvl6pPr algn="l">
              <a:buNone/>
              <a:defRPr sz="2475" b="0">
                <a:solidFill>
                  <a:srgbClr val="55655E"/>
                </a:solidFill>
                <a:latin typeface="Nimbus Sans"/>
                <a:ea typeface="Nimbus Sans"/>
                <a:cs typeface="Nimbus Sans"/>
              </a:defRPr>
            </a:lvl6pPr>
            <a:lvl7pPr algn="l">
              <a:buNone/>
              <a:defRPr sz="2475" b="0">
                <a:solidFill>
                  <a:srgbClr val="55655E"/>
                </a:solidFill>
                <a:latin typeface="Nimbus Sans"/>
                <a:ea typeface="Nimbus Sans"/>
                <a:cs typeface="Nimbus Sans"/>
              </a:defRPr>
            </a:lvl7pPr>
            <a:lvl8pPr algn="l">
              <a:buNone/>
              <a:defRPr sz="2475" b="0">
                <a:solidFill>
                  <a:srgbClr val="55655E"/>
                </a:solidFill>
                <a:latin typeface="Nimbus Sans"/>
                <a:ea typeface="Nimbus Sans"/>
                <a:cs typeface="Nimbus Sans"/>
              </a:defRPr>
            </a:lvl8pPr>
            <a:lvl9pPr algn="l">
              <a:buNone/>
              <a:defRPr sz="2475" b="0">
                <a:solidFill>
                  <a:srgbClr val="55655E"/>
                </a:solidFill>
                <a:latin typeface="Nimbus Sans"/>
                <a:ea typeface="Nimbus Sans"/>
                <a:cs typeface="Nimbus Sans"/>
              </a:defRPr>
            </a:lvl9pPr>
          </a:lstStyle>
          <a:p xmlns:a="http://schemas.openxmlformats.org/drawingml/2006/main">
            <a:pPr algn="l">
              <a:buNone/>
              <a:defRPr sz="2475" b="0">
                <a:solidFill>
                  <a:srgbClr val="55655E"/>
                </a:solidFill>
                <a:latin typeface="Nimbus Sans"/>
                <a:ea typeface="Nimbus Sans"/>
                <a:cs typeface="Nimbus Sans"/>
              </a:defRPr>
            </a:pPr>
            <a:r>
              <a:rPr sz="2475" b="0">
                <a:solidFill>
                  <a:srgbClr val="55655E"/>
                </a:solidFill>
                <a:latin typeface="Nimbus Sans"/>
                <a:ea typeface="Nimbus Sans"/>
                <a:cs typeface="Nimbus Sans"/>
              </a:rPr>
              <a:t>How is your</a:t>
            </a:r>
          </a:p>
          <a:p xmlns:a="http://schemas.openxmlformats.org/drawingml/2006/main">
            <a:pPr algn="l">
              <a:buNone/>
              <a:defRPr sz="2475" b="0">
                <a:solidFill>
                  <a:srgbClr val="55655E"/>
                </a:solidFill>
                <a:latin typeface="Nimbus Sans"/>
                <a:ea typeface="Nimbus Sans"/>
                <a:cs typeface="Nimbus Sans"/>
              </a:defRPr>
            </a:pPr>
            <a:r>
              <a:rPr sz="2475" b="0">
                <a:solidFill>
                  <a:srgbClr val="55655E"/>
                </a:solidFill>
                <a:latin typeface="Nimbus Sans"/>
                <a:ea typeface="Nimbus Sans"/>
                <a:cs typeface="Nimbus Sans"/>
              </a:rPr>
              <a:t>plan different?</a:t>
            </a:r>
          </a:p>
        </p:txBody>
      </p:sp>
    </p:spTree>
    <p:extLst>
      <p:ext uri="{BB962C8B-B14F-4D97-AF65-F5344CB8AC3E}">
        <p14:creationId xmlns:p14="http://schemas.microsoft.com/office/powerpoint/2010/main" val="511526320"/>
      </p:ext>
    </p:extLst>
  </p:cSld>
</p:sld>
</file>

<file path=ppt/slides/slide14.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7" name="headline">
            <a:extLst xmlns:a="http://schemas.openxmlformats.org/drawingml/2006/main">
              <a:ext uri="{FF2B5EF4-FFF2-40B4-BE49-F238E27FC236}">
                <a16:creationId xmlns:a16="http://schemas.microsoft.com/office/drawing/2014/main" id="{09120834-B053-4018-97FD-8C4DFA10A4D9}"/>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defRPr sz="3900" b="1">
                <a:solidFill>
                  <a:srgbClr val="173D35"/>
                </a:solidFill>
                <a:latin typeface="Nimbus Sans"/>
                <a:ea typeface="Nimbus Sans"/>
                <a:cs typeface="Nimbus Sans"/>
              </a:defRPr>
            </a:lvl1pPr>
            <a:lvl2pPr algn="l">
              <a:defRPr sz="3900" b="1">
                <a:solidFill>
                  <a:srgbClr val="173D35"/>
                </a:solidFill>
                <a:latin typeface="Nimbus Sans"/>
                <a:ea typeface="Nimbus Sans"/>
                <a:cs typeface="Nimbus Sans"/>
              </a:defRPr>
            </a:lvl2pPr>
            <a:lvl3pPr algn="l">
              <a:defRPr sz="3900" b="1">
                <a:solidFill>
                  <a:srgbClr val="173D35"/>
                </a:solidFill>
                <a:latin typeface="Nimbus Sans"/>
                <a:ea typeface="Nimbus Sans"/>
                <a:cs typeface="Nimbus Sans"/>
              </a:defRPr>
            </a:lvl3pPr>
            <a:lvl4pPr algn="l">
              <a:defRPr sz="3900" b="1">
                <a:solidFill>
                  <a:srgbClr val="173D35"/>
                </a:solidFill>
                <a:latin typeface="Nimbus Sans"/>
                <a:ea typeface="Nimbus Sans"/>
                <a:cs typeface="Nimbus Sans"/>
              </a:defRPr>
            </a:lvl4pPr>
            <a:lvl5pPr algn="l">
              <a:defRPr sz="3900" b="1">
                <a:solidFill>
                  <a:srgbClr val="173D35"/>
                </a:solidFill>
                <a:latin typeface="Nimbus Sans"/>
                <a:ea typeface="Nimbus Sans"/>
                <a:cs typeface="Nimbus Sans"/>
              </a:defRPr>
            </a:lvl5pPr>
            <a:lvl6pPr algn="l">
              <a:defRPr sz="3900" b="1">
                <a:solidFill>
                  <a:srgbClr val="173D35"/>
                </a:solidFill>
                <a:latin typeface="Nimbus Sans"/>
                <a:ea typeface="Nimbus Sans"/>
                <a:cs typeface="Nimbus Sans"/>
              </a:defRPr>
            </a:lvl6pPr>
            <a:lvl7pPr algn="l">
              <a:defRPr sz="3900" b="1">
                <a:solidFill>
                  <a:srgbClr val="173D35"/>
                </a:solidFill>
                <a:latin typeface="Nimbus Sans"/>
                <a:ea typeface="Nimbus Sans"/>
                <a:cs typeface="Nimbus Sans"/>
              </a:defRPr>
            </a:lvl7pPr>
            <a:lvl8pPr algn="l">
              <a:defRPr sz="3900" b="1">
                <a:solidFill>
                  <a:srgbClr val="173D35"/>
                </a:solidFill>
                <a:latin typeface="Nimbus Sans"/>
                <a:ea typeface="Nimbus Sans"/>
                <a:cs typeface="Nimbus Sans"/>
              </a:defRPr>
            </a:lvl8pPr>
            <a:lvl9pPr algn="l">
              <a:defRPr sz="3900" b="1">
                <a:solidFill>
                  <a:srgbClr val="173D35"/>
                </a:solidFill>
                <a:latin typeface="Nimbus Sans"/>
                <a:ea typeface="Nimbus Sans"/>
                <a:cs typeface="Nimbus Sans"/>
              </a:defRPr>
            </a:lvl9pPr>
          </a:lstStyle>
          <a:p xmlns:a="http://schemas.openxmlformats.org/drawingml/2006/main">
            <a:pPr algn="l">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Something in this plan doesn’t fit</a:t>
            </a:r>
          </a:p>
        </p:txBody>
      </p:sp>
      <p:graphicFrame>
        <p:nvGraphicFramePr>
          <p:cNvPr id="2" name="">
            <a:extLst xmlns:a="http://schemas.openxmlformats.org/drawingml/2006/main">
              <a:ext uri="{FF2B5EF4-FFF2-40B4-BE49-F238E27FC236}">
                <a16:creationId xmlns:a16="http://schemas.microsoft.com/office/drawing/2014/main" id="{8286D232-557A-4012-9872-CCBBF36AFE6D}"/>
              </a:ext>
            </a:extLst>
          </p:cNvPr>
          <p:cNvGraphicFramePr/>
          <p:nvPr/>
        </p:nvGraphicFramePr>
        <p:xfrm>
          <a:off xmlns:a="http://schemas.openxmlformats.org/drawingml/2006/main" x="685800" y="1743075"/>
          <a:ext xmlns:a="http://schemas.openxmlformats.org/drawingml/2006/main" cx="6191250" cy="4029075"/>
        </p:xfrm>
        <a:graphic xmlns:a="http://schemas.openxmlformats.org/drawingml/2006/main">
          <a:graphicData uri="http://schemas.openxmlformats.org/drawingml/2006/table">
            <a:tbl>
              <a:tblPr firstRow="0" bandRow="0"/>
              <a:tblGrid>
                <a:gridCol w="4095750"/>
                <a:gridCol w="2095500"/>
              </a:tblGrid>
              <a:tr h="575582">
                <a:tc>
                  <a:txBody>
                    <a:bodyPr lIns="152400" tIns="95250" rIns="95250" bIns="76200"/>
                    <a:lstStyle/>
                    <a:p>
                      <a:r>
                        <a:rPr sz="2175" b="1">
                          <a:solidFill>
                            <a:srgbClr val="F6F1E7"/>
                          </a:solidFill>
                          <a:latin typeface="Nimbus Sans"/>
                          <a:ea typeface="Nimbus Sans"/>
                          <a:cs typeface="Nimbus Sans"/>
                        </a:rPr>
                        <a:t>Use</a:t>
                      </a:r>
                    </a:p>
                  </a:txBody>
                  <a:tcPr marL="91440" marR="91440" marT="45720" marB="45720" anchor="ctr">
                    <a:lnL w="9525">
                      <a:solidFill>
                        <a:srgbClr val="D4D8CF"/>
                      </a:solidFill>
                      <a:prstDash val="solid"/>
                    </a:lnL>
                    <a:lnR w="9525">
                      <a:solidFill>
                        <a:srgbClr val="D4D8CF"/>
                      </a:solidFill>
                      <a:prstDash val="solid"/>
                    </a:lnR>
                    <a:lnT w="9525">
                      <a:solidFill>
                        <a:srgbClr val="D4D8CF"/>
                      </a:solidFill>
                      <a:prstDash val="solid"/>
                    </a:lnT>
                    <a:lnB w="9525">
                      <a:solidFill>
                        <a:srgbClr val="D4D8CF"/>
                      </a:solidFill>
                      <a:prstDash val="solid"/>
                    </a:lnB>
                    <a:solidFill>
                      <a:srgbClr val="173D35"/>
                    </a:solidFill>
                  </a:tcPr>
                </a:tc>
                <a:tc>
                  <a:txBody>
                    <a:bodyPr lIns="152400" tIns="95250" rIns="95250" bIns="76200"/>
                    <a:lstStyle/>
                    <a:p>
                      <a:r>
                        <a:rPr sz="2175" b="1">
                          <a:solidFill>
                            <a:srgbClr val="F6F1E7"/>
                          </a:solidFill>
                          <a:latin typeface="Nimbus Sans"/>
                          <a:ea typeface="Nimbus Sans"/>
                          <a:cs typeface="Nimbus Sans"/>
                        </a:rPr>
                        <a:t>Amount</a:t>
                      </a:r>
                    </a:p>
                  </a:txBody>
                  <a:tcPr marL="91440" marR="91440" marT="45720" marB="45720" anchor="ctr">
                    <a:lnR w="9525">
                      <a:solidFill>
                        <a:srgbClr val="D4D8CF"/>
                      </a:solidFill>
                      <a:prstDash val="solid"/>
                    </a:lnR>
                    <a:lnT w="9525">
                      <a:solidFill>
                        <a:srgbClr val="D4D8CF"/>
                      </a:solidFill>
                      <a:prstDash val="solid"/>
                    </a:lnT>
                    <a:lnB w="9525">
                      <a:solidFill>
                        <a:srgbClr val="D4D8CF"/>
                      </a:solidFill>
                      <a:prstDash val="solid"/>
                    </a:lnB>
                    <a:solidFill>
                      <a:srgbClr val="173D35"/>
                    </a:solidFill>
                  </a:tcPr>
                </a:tc>
              </a:tr>
              <a:tr h="575582">
                <a:tc>
                  <a:txBody>
                    <a:bodyPr lIns="152400" tIns="95250" rIns="95250" bIns="76200"/>
                    <a:lstStyle/>
                    <a:p>
                      <a:r>
                        <a:rPr sz="2175" b="0">
                          <a:solidFill>
                            <a:srgbClr val="173D35"/>
                          </a:solidFill>
                          <a:latin typeface="Nimbus Sans"/>
                          <a:ea typeface="Nimbus Sans"/>
                          <a:cs typeface="Nimbus Sans"/>
                        </a:rPr>
                        <a:t>Lunch</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75" b="0">
                          <a:solidFill>
                            <a:srgbClr val="173D35"/>
                          </a:solidFill>
                          <a:latin typeface="Nimbus Sans"/>
                          <a:ea typeface="Nimbus Sans"/>
                          <a:cs typeface="Nimbus Sans"/>
                        </a:rPr>
                        <a:t>$6</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575582">
                <a:tc>
                  <a:txBody>
                    <a:bodyPr lIns="152400" tIns="95250" rIns="95250" bIns="76200"/>
                    <a:lstStyle/>
                    <a:p>
                      <a:r>
                        <a:rPr sz="2175" b="0">
                          <a:solidFill>
                            <a:srgbClr val="173D35"/>
                          </a:solidFill>
                          <a:latin typeface="Nimbus Sans"/>
                          <a:ea typeface="Nimbus Sans"/>
                          <a:cs typeface="Nimbus Sans"/>
                        </a:rPr>
                        <a:t>Fruit</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75" b="0">
                          <a:solidFill>
                            <a:srgbClr val="173D35"/>
                          </a:solidFill>
                          <a:latin typeface="Nimbus Sans"/>
                          <a:ea typeface="Nimbus Sans"/>
                          <a:cs typeface="Nimbus Sans"/>
                        </a:rPr>
                        <a:t>$2</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575582">
                <a:tc>
                  <a:txBody>
                    <a:bodyPr lIns="152400" tIns="95250" rIns="95250" bIns="76200"/>
                    <a:lstStyle/>
                    <a:p>
                      <a:r>
                        <a:rPr sz="2175" b="0">
                          <a:solidFill>
                            <a:srgbClr val="173D35"/>
                          </a:solidFill>
                          <a:latin typeface="Nimbus Sans"/>
                          <a:ea typeface="Nimbus Sans"/>
                          <a:cs typeface="Nimbus Sans"/>
                        </a:rPr>
                        <a:t>Book</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75" b="0">
                          <a:solidFill>
                            <a:srgbClr val="173D35"/>
                          </a:solidFill>
                          <a:latin typeface="Nimbus Sans"/>
                          <a:ea typeface="Nimbus Sans"/>
                          <a:cs typeface="Nimbus Sans"/>
                        </a:rPr>
                        <a:t>$5</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575582">
                <a:tc>
                  <a:txBody>
                    <a:bodyPr lIns="152400" tIns="95250" rIns="95250" bIns="76200"/>
                    <a:lstStyle/>
                    <a:p>
                      <a:r>
                        <a:rPr sz="2175" b="0">
                          <a:solidFill>
                            <a:srgbClr val="173D35"/>
                          </a:solidFill>
                          <a:latin typeface="Nimbus Sans"/>
                          <a:ea typeface="Nimbus Sans"/>
                          <a:cs typeface="Nimbus Sans"/>
                        </a:rPr>
                        <a:t>Game tokens</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75" b="0">
                          <a:solidFill>
                            <a:srgbClr val="173D35"/>
                          </a:solidFill>
                          <a:latin typeface="Nimbus Sans"/>
                          <a:ea typeface="Nimbus Sans"/>
                          <a:cs typeface="Nimbus Sans"/>
                        </a:rPr>
                        <a:t>$4</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575582">
                <a:tc>
                  <a:txBody>
                    <a:bodyPr lIns="152400" tIns="95250" rIns="95250" bIns="76200"/>
                    <a:lstStyle/>
                    <a:p>
                      <a:r>
                        <a:rPr sz="2175" b="0">
                          <a:solidFill>
                            <a:srgbClr val="173D35"/>
                          </a:solidFill>
                          <a:latin typeface="Nimbus Sans"/>
                          <a:ea typeface="Nimbus Sans"/>
                          <a:cs typeface="Nimbus Sans"/>
                        </a:rPr>
                        <a:t>Save</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75" b="0">
                          <a:solidFill>
                            <a:srgbClr val="173D35"/>
                          </a:solidFill>
                          <a:latin typeface="Nimbus Sans"/>
                          <a:ea typeface="Nimbus Sans"/>
                          <a:cs typeface="Nimbus Sans"/>
                        </a:rPr>
                        <a:t>$5</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575582">
                <a:tc>
                  <a:txBody>
                    <a:bodyPr lIns="152400" tIns="95250" rIns="95250" bIns="76200"/>
                    <a:lstStyle/>
                    <a:p>
                      <a:r>
                        <a:rPr sz="2175" b="0">
                          <a:solidFill>
                            <a:srgbClr val="173D35"/>
                          </a:solidFill>
                          <a:latin typeface="Nimbus Sans"/>
                          <a:ea typeface="Nimbus Sans"/>
                          <a:cs typeface="Nimbus Sans"/>
                        </a:rPr>
                        <a:t>Total</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75" b="0">
                          <a:solidFill>
                            <a:srgbClr val="173D35"/>
                          </a:solidFill>
                          <a:latin typeface="Nimbus Sans"/>
                          <a:ea typeface="Nimbus Sans"/>
                          <a:cs typeface="Nimbus Sans"/>
                        </a:rPr>
                        <a:t>$22</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bl>
          </a:graphicData>
        </a:graphic>
      </p:graphicFrame>
      <p:sp>
        <p:nvSpPr>
          <p:cNvPr id="3" name="limit">
            <a:extLst xmlns:a="http://schemas.openxmlformats.org/drawingml/2006/main">
              <a:ext uri="{FF2B5EF4-FFF2-40B4-BE49-F238E27FC236}">
                <a16:creationId xmlns:a16="http://schemas.microsoft.com/office/drawing/2014/main" id="{89CE5116-A284-4596-A764-77F771F941C5}"/>
              </a:ext>
            </a:extLst>
          </p:cNvPr>
          <p:cNvSpPr>
            <a:spLocks xmlns:a="http://schemas.openxmlformats.org/drawingml/2006/main" noGrp="1"/>
          </p:cNvSpPr>
          <p:nvPr/>
        </p:nvSpPr>
        <p:spPr>
          <a:xfrm xmlns:a="http://schemas.openxmlformats.org/drawingml/2006/main">
            <a:off x="7553325" y="2038350"/>
            <a:ext cx="3905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A3432C"/>
                </a:solidFill>
                <a:latin typeface="Nimbus Sans"/>
                <a:ea typeface="Nimbus Sans"/>
                <a:cs typeface="Nimbus Sans"/>
              </a:defRPr>
            </a:defPPr>
            <a:lvl1pPr algn="l">
              <a:defRPr sz="3300" b="1">
                <a:solidFill>
                  <a:srgbClr val="A3432C"/>
                </a:solidFill>
                <a:latin typeface="Nimbus Sans"/>
                <a:ea typeface="Nimbus Sans"/>
                <a:cs typeface="Nimbus Sans"/>
              </a:defRPr>
            </a:lvl1pPr>
            <a:lvl2pPr algn="l">
              <a:defRPr sz="3300" b="1">
                <a:solidFill>
                  <a:srgbClr val="A3432C"/>
                </a:solidFill>
                <a:latin typeface="Nimbus Sans"/>
                <a:ea typeface="Nimbus Sans"/>
                <a:cs typeface="Nimbus Sans"/>
              </a:defRPr>
            </a:lvl2pPr>
            <a:lvl3pPr algn="l">
              <a:defRPr sz="3300" b="1">
                <a:solidFill>
                  <a:srgbClr val="A3432C"/>
                </a:solidFill>
                <a:latin typeface="Nimbus Sans"/>
                <a:ea typeface="Nimbus Sans"/>
                <a:cs typeface="Nimbus Sans"/>
              </a:defRPr>
            </a:lvl3pPr>
            <a:lvl4pPr algn="l">
              <a:defRPr sz="3300" b="1">
                <a:solidFill>
                  <a:srgbClr val="A3432C"/>
                </a:solidFill>
                <a:latin typeface="Nimbus Sans"/>
                <a:ea typeface="Nimbus Sans"/>
                <a:cs typeface="Nimbus Sans"/>
              </a:defRPr>
            </a:lvl4pPr>
            <a:lvl5pPr algn="l">
              <a:defRPr sz="3300" b="1">
                <a:solidFill>
                  <a:srgbClr val="A3432C"/>
                </a:solidFill>
                <a:latin typeface="Nimbus Sans"/>
                <a:ea typeface="Nimbus Sans"/>
                <a:cs typeface="Nimbus Sans"/>
              </a:defRPr>
            </a:lvl5pPr>
            <a:lvl6pPr algn="l">
              <a:defRPr sz="3300" b="1">
                <a:solidFill>
                  <a:srgbClr val="A3432C"/>
                </a:solidFill>
                <a:latin typeface="Nimbus Sans"/>
                <a:ea typeface="Nimbus Sans"/>
                <a:cs typeface="Nimbus Sans"/>
              </a:defRPr>
            </a:lvl6pPr>
            <a:lvl7pPr algn="l">
              <a:defRPr sz="3300" b="1">
                <a:solidFill>
                  <a:srgbClr val="A3432C"/>
                </a:solidFill>
                <a:latin typeface="Nimbus Sans"/>
                <a:ea typeface="Nimbus Sans"/>
                <a:cs typeface="Nimbus Sans"/>
              </a:defRPr>
            </a:lvl7pPr>
            <a:lvl8pPr algn="l">
              <a:defRPr sz="3300" b="1">
                <a:solidFill>
                  <a:srgbClr val="A3432C"/>
                </a:solidFill>
                <a:latin typeface="Nimbus Sans"/>
                <a:ea typeface="Nimbus Sans"/>
                <a:cs typeface="Nimbus Sans"/>
              </a:defRPr>
            </a:lvl8pPr>
            <a:lvl9pPr algn="l">
              <a:defRPr sz="3300" b="1">
                <a:solidFill>
                  <a:srgbClr val="A3432C"/>
                </a:solidFill>
                <a:latin typeface="Nimbus Sans"/>
                <a:ea typeface="Nimbus Sans"/>
                <a:cs typeface="Nimbus Sans"/>
              </a:defRPr>
            </a:lvl9pPr>
          </a:lstStyle>
          <a:p xmlns:a="http://schemas.openxmlformats.org/drawingml/2006/main">
            <a:pPr algn="l">
              <a:defRPr sz="3300" b="1">
                <a:solidFill>
                  <a:srgbClr val="A3432C"/>
                </a:solidFill>
                <a:latin typeface="Nimbus Sans"/>
                <a:ea typeface="Nimbus Sans"/>
                <a:cs typeface="Nimbus Sans"/>
              </a:defRPr>
            </a:pPr>
            <a:r>
              <a:rPr sz="3300" b="1">
                <a:solidFill>
                  <a:srgbClr val="A3432C"/>
                </a:solidFill>
                <a:latin typeface="Nimbus Sans"/>
                <a:ea typeface="Nimbus Sans"/>
                <a:cs typeface="Nimbus Sans"/>
              </a:rPr>
              <a:t>They have $20.</a:t>
            </a:r>
          </a:p>
        </p:txBody>
      </p:sp>
      <p:sp>
        <p:nvSpPr>
          <p:cNvPr id="4" name="question">
            <a:extLst xmlns:a="http://schemas.openxmlformats.org/drawingml/2006/main">
              <a:ext uri="{FF2B5EF4-FFF2-40B4-BE49-F238E27FC236}">
                <a16:creationId xmlns:a16="http://schemas.microsoft.com/office/drawing/2014/main" id="{DD2B06E1-3C64-4ACB-B8F2-3FF2C568B2DB}"/>
              </a:ext>
            </a:extLst>
          </p:cNvPr>
          <p:cNvSpPr>
            <a:spLocks xmlns:a="http://schemas.openxmlformats.org/drawingml/2006/main" noGrp="1"/>
          </p:cNvSpPr>
          <p:nvPr/>
        </p:nvSpPr>
        <p:spPr>
          <a:xfrm xmlns:a="http://schemas.openxmlformats.org/drawingml/2006/main">
            <a:off x="7553325" y="3190875"/>
            <a:ext cx="3905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173D35"/>
                </a:solidFill>
                <a:latin typeface="Nimbus Sans"/>
                <a:ea typeface="Nimbus Sans"/>
                <a:cs typeface="Nimbus Sans"/>
              </a:defRPr>
            </a:defPPr>
            <a:lvl1pPr algn="l">
              <a:defRPr sz="3075" b="1">
                <a:solidFill>
                  <a:srgbClr val="173D35"/>
                </a:solidFill>
                <a:latin typeface="Nimbus Sans"/>
                <a:ea typeface="Nimbus Sans"/>
                <a:cs typeface="Nimbus Sans"/>
              </a:defRPr>
            </a:lvl1pPr>
            <a:lvl2pPr algn="l">
              <a:defRPr sz="3075" b="1">
                <a:solidFill>
                  <a:srgbClr val="173D35"/>
                </a:solidFill>
                <a:latin typeface="Nimbus Sans"/>
                <a:ea typeface="Nimbus Sans"/>
                <a:cs typeface="Nimbus Sans"/>
              </a:defRPr>
            </a:lvl2pPr>
            <a:lvl3pPr algn="l">
              <a:defRPr sz="3075" b="1">
                <a:solidFill>
                  <a:srgbClr val="173D35"/>
                </a:solidFill>
                <a:latin typeface="Nimbus Sans"/>
                <a:ea typeface="Nimbus Sans"/>
                <a:cs typeface="Nimbus Sans"/>
              </a:defRPr>
            </a:lvl3pPr>
            <a:lvl4pPr algn="l">
              <a:defRPr sz="3075" b="1">
                <a:solidFill>
                  <a:srgbClr val="173D35"/>
                </a:solidFill>
                <a:latin typeface="Nimbus Sans"/>
                <a:ea typeface="Nimbus Sans"/>
                <a:cs typeface="Nimbus Sans"/>
              </a:defRPr>
            </a:lvl4pPr>
            <a:lvl5pPr algn="l">
              <a:defRPr sz="3075" b="1">
                <a:solidFill>
                  <a:srgbClr val="173D35"/>
                </a:solidFill>
                <a:latin typeface="Nimbus Sans"/>
                <a:ea typeface="Nimbus Sans"/>
                <a:cs typeface="Nimbus Sans"/>
              </a:defRPr>
            </a:lvl5pPr>
            <a:lvl6pPr algn="l">
              <a:defRPr sz="3075" b="1">
                <a:solidFill>
                  <a:srgbClr val="173D35"/>
                </a:solidFill>
                <a:latin typeface="Nimbus Sans"/>
                <a:ea typeface="Nimbus Sans"/>
                <a:cs typeface="Nimbus Sans"/>
              </a:defRPr>
            </a:lvl6pPr>
            <a:lvl7pPr algn="l">
              <a:defRPr sz="3075" b="1">
                <a:solidFill>
                  <a:srgbClr val="173D35"/>
                </a:solidFill>
                <a:latin typeface="Nimbus Sans"/>
                <a:ea typeface="Nimbus Sans"/>
                <a:cs typeface="Nimbus Sans"/>
              </a:defRPr>
            </a:lvl7pPr>
            <a:lvl8pPr algn="l">
              <a:defRPr sz="3075" b="1">
                <a:solidFill>
                  <a:srgbClr val="173D35"/>
                </a:solidFill>
                <a:latin typeface="Nimbus Sans"/>
                <a:ea typeface="Nimbus Sans"/>
                <a:cs typeface="Nimbus Sans"/>
              </a:defRPr>
            </a:lvl8pPr>
            <a:lvl9pPr algn="l">
              <a:defRPr sz="3075" b="1">
                <a:solidFill>
                  <a:srgbClr val="173D35"/>
                </a:solidFill>
                <a:latin typeface="Nimbus Sans"/>
                <a:ea typeface="Nimbus Sans"/>
                <a:cs typeface="Nimbus Sans"/>
              </a:defRPr>
            </a:lvl9pPr>
          </a:lstStyle>
          <a:p xmlns:a="http://schemas.openxmlformats.org/drawingml/2006/main">
            <a:pPr algn="l">
              <a:defRPr sz="3075" b="1">
                <a:solidFill>
                  <a:srgbClr val="173D35"/>
                </a:solidFill>
                <a:latin typeface="Nimbus Sans"/>
                <a:ea typeface="Nimbus Sans"/>
                <a:cs typeface="Nimbus Sans"/>
              </a:defRPr>
            </a:pPr>
            <a:r>
              <a:rPr sz="3075" b="1">
                <a:solidFill>
                  <a:srgbClr val="173D35"/>
                </a:solidFill>
                <a:latin typeface="Nimbus Sans"/>
                <a:ea typeface="Nimbus Sans"/>
                <a:cs typeface="Nimbus Sans"/>
              </a:rPr>
              <a:t>How could you</a:t>
            </a:r>
          </a:p>
          <a:p xmlns:a="http://schemas.openxmlformats.org/drawingml/2006/main">
            <a:pPr algn="l">
              <a:defRPr sz="3075" b="1">
                <a:solidFill>
                  <a:srgbClr val="173D35"/>
                </a:solidFill>
                <a:latin typeface="Nimbus Sans"/>
                <a:ea typeface="Nimbus Sans"/>
                <a:cs typeface="Nimbus Sans"/>
              </a:defRPr>
            </a:pPr>
            <a:r>
              <a:rPr sz="3075" b="1">
                <a:solidFill>
                  <a:srgbClr val="173D35"/>
                </a:solidFill>
                <a:latin typeface="Nimbus Sans"/>
                <a:ea typeface="Nimbus Sans"/>
                <a:cs typeface="Nimbus Sans"/>
              </a:rPr>
              <a:t>change the plan?</a:t>
            </a:r>
          </a:p>
        </p:txBody>
      </p:sp>
      <p:sp>
        <p:nvSpPr>
          <p:cNvPr id="5" name="rule">
            <a:extLst xmlns:a="http://schemas.openxmlformats.org/drawingml/2006/main">
              <a:ext uri="{FF2B5EF4-FFF2-40B4-BE49-F238E27FC236}">
                <a16:creationId xmlns:a16="http://schemas.microsoft.com/office/drawing/2014/main" id="{0F0C97C7-610A-44A7-BBF2-02C18F505124}"/>
              </a:ext>
            </a:extLst>
          </p:cNvPr>
          <p:cNvSpPr>
            <a:spLocks xmlns:a="http://schemas.openxmlformats.org/drawingml/2006/main" noGrp="1"/>
          </p:cNvSpPr>
          <p:nvPr/>
        </p:nvSpPr>
        <p:spPr>
          <a:xfrm xmlns:a="http://schemas.openxmlformats.org/drawingml/2006/main">
            <a:off x="7553325" y="4953000"/>
            <a:ext cx="3905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55655E"/>
                </a:solidFill>
                <a:latin typeface="Nimbus Sans"/>
                <a:ea typeface="Nimbus Sans"/>
                <a:cs typeface="Nimbus Sans"/>
              </a:defRPr>
            </a:defPPr>
            <a:lvl1pPr algn="l">
              <a:defRPr sz="2325" b="0">
                <a:solidFill>
                  <a:srgbClr val="55655E"/>
                </a:solidFill>
                <a:latin typeface="Nimbus Sans"/>
                <a:ea typeface="Nimbus Sans"/>
                <a:cs typeface="Nimbus Sans"/>
              </a:defRPr>
            </a:lvl1pPr>
            <a:lvl2pPr algn="l">
              <a:defRPr sz="2325" b="0">
                <a:solidFill>
                  <a:srgbClr val="55655E"/>
                </a:solidFill>
                <a:latin typeface="Nimbus Sans"/>
                <a:ea typeface="Nimbus Sans"/>
                <a:cs typeface="Nimbus Sans"/>
              </a:defRPr>
            </a:lvl2pPr>
            <a:lvl3pPr algn="l">
              <a:defRPr sz="2325" b="0">
                <a:solidFill>
                  <a:srgbClr val="55655E"/>
                </a:solidFill>
                <a:latin typeface="Nimbus Sans"/>
                <a:ea typeface="Nimbus Sans"/>
                <a:cs typeface="Nimbus Sans"/>
              </a:defRPr>
            </a:lvl3pPr>
            <a:lvl4pPr algn="l">
              <a:defRPr sz="2325" b="0">
                <a:solidFill>
                  <a:srgbClr val="55655E"/>
                </a:solidFill>
                <a:latin typeface="Nimbus Sans"/>
                <a:ea typeface="Nimbus Sans"/>
                <a:cs typeface="Nimbus Sans"/>
              </a:defRPr>
            </a:lvl4pPr>
            <a:lvl5pPr algn="l">
              <a:defRPr sz="2325" b="0">
                <a:solidFill>
                  <a:srgbClr val="55655E"/>
                </a:solidFill>
                <a:latin typeface="Nimbus Sans"/>
                <a:ea typeface="Nimbus Sans"/>
                <a:cs typeface="Nimbus Sans"/>
              </a:defRPr>
            </a:lvl5pPr>
            <a:lvl6pPr algn="l">
              <a:defRPr sz="2325" b="0">
                <a:solidFill>
                  <a:srgbClr val="55655E"/>
                </a:solidFill>
                <a:latin typeface="Nimbus Sans"/>
                <a:ea typeface="Nimbus Sans"/>
                <a:cs typeface="Nimbus Sans"/>
              </a:defRPr>
            </a:lvl6pPr>
            <a:lvl7pPr algn="l">
              <a:defRPr sz="2325" b="0">
                <a:solidFill>
                  <a:srgbClr val="55655E"/>
                </a:solidFill>
                <a:latin typeface="Nimbus Sans"/>
                <a:ea typeface="Nimbus Sans"/>
                <a:cs typeface="Nimbus Sans"/>
              </a:defRPr>
            </a:lvl7pPr>
            <a:lvl8pPr algn="l">
              <a:defRPr sz="2325" b="0">
                <a:solidFill>
                  <a:srgbClr val="55655E"/>
                </a:solidFill>
                <a:latin typeface="Nimbus Sans"/>
                <a:ea typeface="Nimbus Sans"/>
                <a:cs typeface="Nimbus Sans"/>
              </a:defRPr>
            </a:lvl8pPr>
            <a:lvl9pPr algn="l">
              <a:defRPr sz="2325" b="0">
                <a:solidFill>
                  <a:srgbClr val="55655E"/>
                </a:solidFill>
                <a:latin typeface="Nimbus Sans"/>
                <a:ea typeface="Nimbus Sans"/>
                <a:cs typeface="Nimbus Sans"/>
              </a:defRPr>
            </a:lvl9pPr>
          </a:lstStyle>
          <a:p xmlns:a="http://schemas.openxmlformats.org/drawingml/2006/main">
            <a:pPr algn="l">
              <a:defRPr sz="2325" b="0">
                <a:solidFill>
                  <a:srgbClr val="55655E"/>
                </a:solidFill>
                <a:latin typeface="Nimbus Sans"/>
                <a:ea typeface="Nimbus Sans"/>
                <a:cs typeface="Nimbus Sans"/>
              </a:defRPr>
            </a:pPr>
            <a:r>
              <a:rPr sz="2325" b="0">
                <a:solidFill>
                  <a:srgbClr val="55655E"/>
                </a:solidFill>
                <a:latin typeface="Nimbus Sans"/>
                <a:ea typeface="Nimbus Sans"/>
                <a:cs typeface="Nimbus Sans"/>
              </a:rPr>
              <a:t>Lunch still needs</a:t>
            </a:r>
          </a:p>
          <a:p xmlns:a="http://schemas.openxmlformats.org/drawingml/2006/main">
            <a:pPr algn="l">
              <a:defRPr sz="2325" b="0">
                <a:solidFill>
                  <a:srgbClr val="55655E"/>
                </a:solidFill>
                <a:latin typeface="Nimbus Sans"/>
                <a:ea typeface="Nimbus Sans"/>
                <a:cs typeface="Nimbus Sans"/>
              </a:defRPr>
            </a:pPr>
            <a:r>
              <a:rPr sz="2325" b="0">
                <a:solidFill>
                  <a:srgbClr val="55655E"/>
                </a:solidFill>
                <a:latin typeface="Nimbus Sans"/>
                <a:ea typeface="Nimbus Sans"/>
                <a:cs typeface="Nimbus Sans"/>
              </a:rPr>
              <a:t>to stay in the plan.</a:t>
            </a:r>
          </a:p>
        </p:txBody>
      </p:sp>
      <p:sp>
        <p:nvSpPr>
          <p:cNvPr id="6" name="page-number">
            <a:extLst xmlns:a="http://schemas.openxmlformats.org/drawingml/2006/main">
              <a:ext uri="{FF2B5EF4-FFF2-40B4-BE49-F238E27FC236}">
                <a16:creationId xmlns:a16="http://schemas.microsoft.com/office/drawing/2014/main" id="{C234F52A-8917-4210-B164-4D22482AD69A}"/>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defRPr sz="1500" b="0">
                <a:solidFill>
                  <a:srgbClr val="55655E"/>
                </a:solidFill>
                <a:latin typeface="Nimbus Sans"/>
                <a:ea typeface="Nimbus Sans"/>
                <a:cs typeface="Nimbus Sans"/>
              </a:defRPr>
            </a:lvl1pPr>
            <a:lvl2pPr algn="r">
              <a:defRPr sz="1500" b="0">
                <a:solidFill>
                  <a:srgbClr val="55655E"/>
                </a:solidFill>
                <a:latin typeface="Nimbus Sans"/>
                <a:ea typeface="Nimbus Sans"/>
                <a:cs typeface="Nimbus Sans"/>
              </a:defRPr>
            </a:lvl2pPr>
            <a:lvl3pPr algn="r">
              <a:defRPr sz="1500" b="0">
                <a:solidFill>
                  <a:srgbClr val="55655E"/>
                </a:solidFill>
                <a:latin typeface="Nimbus Sans"/>
                <a:ea typeface="Nimbus Sans"/>
                <a:cs typeface="Nimbus Sans"/>
              </a:defRPr>
            </a:lvl3pPr>
            <a:lvl4pPr algn="r">
              <a:defRPr sz="1500" b="0">
                <a:solidFill>
                  <a:srgbClr val="55655E"/>
                </a:solidFill>
                <a:latin typeface="Nimbus Sans"/>
                <a:ea typeface="Nimbus Sans"/>
                <a:cs typeface="Nimbus Sans"/>
              </a:defRPr>
            </a:lvl4pPr>
            <a:lvl5pPr algn="r">
              <a:defRPr sz="1500" b="0">
                <a:solidFill>
                  <a:srgbClr val="55655E"/>
                </a:solidFill>
                <a:latin typeface="Nimbus Sans"/>
                <a:ea typeface="Nimbus Sans"/>
                <a:cs typeface="Nimbus Sans"/>
              </a:defRPr>
            </a:lvl5pPr>
            <a:lvl6pPr algn="r">
              <a:defRPr sz="1500" b="0">
                <a:solidFill>
                  <a:srgbClr val="55655E"/>
                </a:solidFill>
                <a:latin typeface="Nimbus Sans"/>
                <a:ea typeface="Nimbus Sans"/>
                <a:cs typeface="Nimbus Sans"/>
              </a:defRPr>
            </a:lvl6pPr>
            <a:lvl7pPr algn="r">
              <a:defRPr sz="1500" b="0">
                <a:solidFill>
                  <a:srgbClr val="55655E"/>
                </a:solidFill>
                <a:latin typeface="Nimbus Sans"/>
                <a:ea typeface="Nimbus Sans"/>
                <a:cs typeface="Nimbus Sans"/>
              </a:defRPr>
            </a:lvl7pPr>
            <a:lvl8pPr algn="r">
              <a:defRPr sz="1500" b="0">
                <a:solidFill>
                  <a:srgbClr val="55655E"/>
                </a:solidFill>
                <a:latin typeface="Nimbus Sans"/>
                <a:ea typeface="Nimbus Sans"/>
                <a:cs typeface="Nimbus Sans"/>
              </a:defRPr>
            </a:lvl8pPr>
            <a:lvl9pPr algn="r">
              <a:defRPr sz="1500" b="0">
                <a:solidFill>
                  <a:srgbClr val="55655E"/>
                </a:solidFill>
                <a:latin typeface="Nimbus Sans"/>
                <a:ea typeface="Nimbus Sans"/>
                <a:cs typeface="Nimbus Sans"/>
              </a:defRPr>
            </a:lvl9pPr>
          </a:lstStyle>
          <a:p xmlns:a="http://schemas.openxmlformats.org/drawingml/2006/main">
            <a:pPr algn="r">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14</a:t>
            </a:r>
          </a:p>
        </p:txBody>
      </p:sp>
    </p:spTree>
    <p:extLst>
      <p:ext uri="{BB962C8B-B14F-4D97-AF65-F5344CB8AC3E}">
        <p14:creationId xmlns:p14="http://schemas.microsoft.com/office/powerpoint/2010/main" val="913342349"/>
      </p:ext>
    </p:extLst>
  </p:cSld>
</p:sld>
</file>

<file path=ppt/slides/slide15.xml><?xml version="1.0" encoding="utf-8"?>
<p:sld xmlns:p="http://schemas.openxmlformats.org/presentationml/2006/main">
  <p:cSld>
    <p:bg>
      <p:bgPr>
        <a:solidFill xmlns:a="http://schemas.openxmlformats.org/drawingml/2006/main">
          <a:srgbClr val="173D35"/>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676F8C50-E446-46EE-88C4-8A5E28F0E600}"/>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6F1E7"/>
                </a:solidFill>
                <a:latin typeface="Nimbus Sans"/>
                <a:ea typeface="Nimbus Sans"/>
                <a:cs typeface="Nimbus Sans"/>
              </a:defRPr>
            </a:defPPr>
            <a:lvl1pPr algn="l">
              <a:buNone/>
              <a:defRPr sz="3900" b="1">
                <a:solidFill>
                  <a:srgbClr val="F6F1E7"/>
                </a:solidFill>
                <a:latin typeface="Nimbus Sans"/>
                <a:ea typeface="Nimbus Sans"/>
                <a:cs typeface="Nimbus Sans"/>
              </a:defRPr>
            </a:lvl1pPr>
            <a:lvl2pPr algn="l">
              <a:buNone/>
              <a:defRPr sz="3900" b="1">
                <a:solidFill>
                  <a:srgbClr val="F6F1E7"/>
                </a:solidFill>
                <a:latin typeface="Nimbus Sans"/>
                <a:ea typeface="Nimbus Sans"/>
                <a:cs typeface="Nimbus Sans"/>
              </a:defRPr>
            </a:lvl2pPr>
            <a:lvl3pPr algn="l">
              <a:buNone/>
              <a:defRPr sz="3900" b="1">
                <a:solidFill>
                  <a:srgbClr val="F6F1E7"/>
                </a:solidFill>
                <a:latin typeface="Nimbus Sans"/>
                <a:ea typeface="Nimbus Sans"/>
                <a:cs typeface="Nimbus Sans"/>
              </a:defRPr>
            </a:lvl3pPr>
            <a:lvl4pPr algn="l">
              <a:buNone/>
              <a:defRPr sz="3900" b="1">
                <a:solidFill>
                  <a:srgbClr val="F6F1E7"/>
                </a:solidFill>
                <a:latin typeface="Nimbus Sans"/>
                <a:ea typeface="Nimbus Sans"/>
                <a:cs typeface="Nimbus Sans"/>
              </a:defRPr>
            </a:lvl4pPr>
            <a:lvl5pPr algn="l">
              <a:buNone/>
              <a:defRPr sz="3900" b="1">
                <a:solidFill>
                  <a:srgbClr val="F6F1E7"/>
                </a:solidFill>
                <a:latin typeface="Nimbus Sans"/>
                <a:ea typeface="Nimbus Sans"/>
                <a:cs typeface="Nimbus Sans"/>
              </a:defRPr>
            </a:lvl5pPr>
            <a:lvl6pPr algn="l">
              <a:buNone/>
              <a:defRPr sz="3900" b="1">
                <a:solidFill>
                  <a:srgbClr val="F6F1E7"/>
                </a:solidFill>
                <a:latin typeface="Nimbus Sans"/>
                <a:ea typeface="Nimbus Sans"/>
                <a:cs typeface="Nimbus Sans"/>
              </a:defRPr>
            </a:lvl6pPr>
            <a:lvl7pPr algn="l">
              <a:buNone/>
              <a:defRPr sz="3900" b="1">
                <a:solidFill>
                  <a:srgbClr val="F6F1E7"/>
                </a:solidFill>
                <a:latin typeface="Nimbus Sans"/>
                <a:ea typeface="Nimbus Sans"/>
                <a:cs typeface="Nimbus Sans"/>
              </a:defRPr>
            </a:lvl7pPr>
            <a:lvl8pPr algn="l">
              <a:buNone/>
              <a:defRPr sz="3900" b="1">
                <a:solidFill>
                  <a:srgbClr val="F6F1E7"/>
                </a:solidFill>
                <a:latin typeface="Nimbus Sans"/>
                <a:ea typeface="Nimbus Sans"/>
                <a:cs typeface="Nimbus Sans"/>
              </a:defRPr>
            </a:lvl8pPr>
            <a:lvl9pPr algn="l">
              <a:buNone/>
              <a:defRPr sz="3900" b="1">
                <a:solidFill>
                  <a:srgbClr val="F6F1E7"/>
                </a:solidFill>
                <a:latin typeface="Nimbus Sans"/>
                <a:ea typeface="Nimbus Sans"/>
                <a:cs typeface="Nimbus Sans"/>
              </a:defRPr>
            </a:lvl9pPr>
          </a:lstStyle>
          <a:p xmlns:a="http://schemas.openxmlformats.org/drawingml/2006/main">
            <a:pPr algn="l">
              <a:buNone/>
              <a:defRPr sz="3900" b="1">
                <a:solidFill>
                  <a:srgbClr val="F6F1E7"/>
                </a:solidFill>
                <a:latin typeface="Nimbus Sans"/>
                <a:ea typeface="Nimbus Sans"/>
                <a:cs typeface="Nimbus Sans"/>
              </a:defRPr>
            </a:pPr>
            <a:r>
              <a:rPr sz="3900" b="1">
                <a:solidFill>
                  <a:srgbClr val="F6F1E7"/>
                </a:solidFill>
                <a:latin typeface="Nimbus Sans"/>
                <a:ea typeface="Nimbus Sans"/>
                <a:cs typeface="Nimbus Sans"/>
              </a:rPr>
              <a:t>Something changes</a:t>
            </a:r>
          </a:p>
        </p:txBody>
      </p:sp>
      <p:sp>
        <p:nvSpPr>
          <p:cNvPr id="2" name="page-number">
            <a:extLst xmlns:a="http://schemas.openxmlformats.org/drawingml/2006/main">
              <a:ext uri="{FF2B5EF4-FFF2-40B4-BE49-F238E27FC236}">
                <a16:creationId xmlns:a16="http://schemas.microsoft.com/office/drawing/2014/main" id="{7084D0CE-FD5C-4F15-88EC-3FD5BD5EBECC}"/>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D8E2D9"/>
                </a:solidFill>
                <a:latin typeface="Nimbus Sans"/>
                <a:ea typeface="Nimbus Sans"/>
                <a:cs typeface="Nimbus Sans"/>
              </a:defRPr>
            </a:defPPr>
            <a:lvl1pPr algn="r">
              <a:buNone/>
              <a:defRPr sz="1500" b="0">
                <a:solidFill>
                  <a:srgbClr val="D8E2D9"/>
                </a:solidFill>
                <a:latin typeface="Nimbus Sans"/>
                <a:ea typeface="Nimbus Sans"/>
                <a:cs typeface="Nimbus Sans"/>
              </a:defRPr>
            </a:lvl1pPr>
            <a:lvl2pPr algn="r">
              <a:buNone/>
              <a:defRPr sz="1500" b="0">
                <a:solidFill>
                  <a:srgbClr val="D8E2D9"/>
                </a:solidFill>
                <a:latin typeface="Nimbus Sans"/>
                <a:ea typeface="Nimbus Sans"/>
                <a:cs typeface="Nimbus Sans"/>
              </a:defRPr>
            </a:lvl2pPr>
            <a:lvl3pPr algn="r">
              <a:buNone/>
              <a:defRPr sz="1500" b="0">
                <a:solidFill>
                  <a:srgbClr val="D8E2D9"/>
                </a:solidFill>
                <a:latin typeface="Nimbus Sans"/>
                <a:ea typeface="Nimbus Sans"/>
                <a:cs typeface="Nimbus Sans"/>
              </a:defRPr>
            </a:lvl3pPr>
            <a:lvl4pPr algn="r">
              <a:buNone/>
              <a:defRPr sz="1500" b="0">
                <a:solidFill>
                  <a:srgbClr val="D8E2D9"/>
                </a:solidFill>
                <a:latin typeface="Nimbus Sans"/>
                <a:ea typeface="Nimbus Sans"/>
                <a:cs typeface="Nimbus Sans"/>
              </a:defRPr>
            </a:lvl4pPr>
            <a:lvl5pPr algn="r">
              <a:buNone/>
              <a:defRPr sz="1500" b="0">
                <a:solidFill>
                  <a:srgbClr val="D8E2D9"/>
                </a:solidFill>
                <a:latin typeface="Nimbus Sans"/>
                <a:ea typeface="Nimbus Sans"/>
                <a:cs typeface="Nimbus Sans"/>
              </a:defRPr>
            </a:lvl5pPr>
            <a:lvl6pPr algn="r">
              <a:buNone/>
              <a:defRPr sz="1500" b="0">
                <a:solidFill>
                  <a:srgbClr val="D8E2D9"/>
                </a:solidFill>
                <a:latin typeface="Nimbus Sans"/>
                <a:ea typeface="Nimbus Sans"/>
                <a:cs typeface="Nimbus Sans"/>
              </a:defRPr>
            </a:lvl6pPr>
            <a:lvl7pPr algn="r">
              <a:buNone/>
              <a:defRPr sz="1500" b="0">
                <a:solidFill>
                  <a:srgbClr val="D8E2D9"/>
                </a:solidFill>
                <a:latin typeface="Nimbus Sans"/>
                <a:ea typeface="Nimbus Sans"/>
                <a:cs typeface="Nimbus Sans"/>
              </a:defRPr>
            </a:lvl7pPr>
            <a:lvl8pPr algn="r">
              <a:buNone/>
              <a:defRPr sz="1500" b="0">
                <a:solidFill>
                  <a:srgbClr val="D8E2D9"/>
                </a:solidFill>
                <a:latin typeface="Nimbus Sans"/>
                <a:ea typeface="Nimbus Sans"/>
                <a:cs typeface="Nimbus Sans"/>
              </a:defRPr>
            </a:lvl8pPr>
            <a:lvl9pPr algn="r">
              <a:buNone/>
              <a:defRPr sz="1500" b="0">
                <a:solidFill>
                  <a:srgbClr val="D8E2D9"/>
                </a:solidFill>
                <a:latin typeface="Nimbus Sans"/>
                <a:ea typeface="Nimbus Sans"/>
                <a:cs typeface="Nimbus Sans"/>
              </a:defRPr>
            </a:lvl9pPr>
          </a:lstStyle>
          <a:p xmlns:a="http://schemas.openxmlformats.org/drawingml/2006/main">
            <a:pPr algn="r">
              <a:buNone/>
              <a:defRPr sz="1500" b="0">
                <a:solidFill>
                  <a:srgbClr val="D8E2D9"/>
                </a:solidFill>
                <a:latin typeface="Nimbus Sans"/>
                <a:ea typeface="Nimbus Sans"/>
                <a:cs typeface="Nimbus Sans"/>
              </a:defRPr>
            </a:pPr>
            <a:r>
              <a:rPr sz="1500" b="0">
                <a:solidFill>
                  <a:srgbClr val="D8E2D9"/>
                </a:solidFill>
                <a:latin typeface="Nimbus Sans"/>
                <a:ea typeface="Nimbus Sans"/>
                <a:cs typeface="Nimbus Sans"/>
              </a:rPr>
              <a:t>15</a:t>
            </a:r>
          </a:p>
        </p:txBody>
      </p:sp>
      <p:sp>
        <p:nvSpPr>
          <p:cNvPr id="3" name="event">
            <a:extLst xmlns:a="http://schemas.openxmlformats.org/drawingml/2006/main">
              <a:ext uri="{FF2B5EF4-FFF2-40B4-BE49-F238E27FC236}">
                <a16:creationId xmlns:a16="http://schemas.microsoft.com/office/drawing/2014/main" id="{9345E67E-D36C-4D95-AC7B-0D468A2F56AC}"/>
              </a:ext>
            </a:extLst>
          </p:cNvPr>
          <p:cNvSpPr>
            <a:spLocks xmlns:a="http://schemas.openxmlformats.org/drawingml/2006/main" noGrp="1"/>
          </p:cNvSpPr>
          <p:nvPr/>
        </p:nvSpPr>
        <p:spPr>
          <a:xfrm xmlns:a="http://schemas.openxmlformats.org/drawingml/2006/main">
            <a:off x="685800" y="1971675"/>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00" b="1">
                <a:solidFill>
                  <a:srgbClr val="F6F1E7"/>
                </a:solidFill>
                <a:latin typeface="Nimbus Sans"/>
                <a:ea typeface="Nimbus Sans"/>
                <a:cs typeface="Nimbus Sans"/>
              </a:defRPr>
            </a:defPPr>
            <a:lvl1pPr algn="l">
              <a:buNone/>
              <a:defRPr sz="4500" b="1">
                <a:solidFill>
                  <a:srgbClr val="F6F1E7"/>
                </a:solidFill>
                <a:latin typeface="Nimbus Sans"/>
                <a:ea typeface="Nimbus Sans"/>
                <a:cs typeface="Nimbus Sans"/>
              </a:defRPr>
            </a:lvl1pPr>
            <a:lvl2pPr algn="l">
              <a:buNone/>
              <a:defRPr sz="4500" b="1">
                <a:solidFill>
                  <a:srgbClr val="F6F1E7"/>
                </a:solidFill>
                <a:latin typeface="Nimbus Sans"/>
                <a:ea typeface="Nimbus Sans"/>
                <a:cs typeface="Nimbus Sans"/>
              </a:defRPr>
            </a:lvl2pPr>
            <a:lvl3pPr algn="l">
              <a:buNone/>
              <a:defRPr sz="4500" b="1">
                <a:solidFill>
                  <a:srgbClr val="F6F1E7"/>
                </a:solidFill>
                <a:latin typeface="Nimbus Sans"/>
                <a:ea typeface="Nimbus Sans"/>
                <a:cs typeface="Nimbus Sans"/>
              </a:defRPr>
            </a:lvl3pPr>
            <a:lvl4pPr algn="l">
              <a:buNone/>
              <a:defRPr sz="4500" b="1">
                <a:solidFill>
                  <a:srgbClr val="F6F1E7"/>
                </a:solidFill>
                <a:latin typeface="Nimbus Sans"/>
                <a:ea typeface="Nimbus Sans"/>
                <a:cs typeface="Nimbus Sans"/>
              </a:defRPr>
            </a:lvl4pPr>
            <a:lvl5pPr algn="l">
              <a:buNone/>
              <a:defRPr sz="4500" b="1">
                <a:solidFill>
                  <a:srgbClr val="F6F1E7"/>
                </a:solidFill>
                <a:latin typeface="Nimbus Sans"/>
                <a:ea typeface="Nimbus Sans"/>
                <a:cs typeface="Nimbus Sans"/>
              </a:defRPr>
            </a:lvl5pPr>
            <a:lvl6pPr algn="l">
              <a:buNone/>
              <a:defRPr sz="4500" b="1">
                <a:solidFill>
                  <a:srgbClr val="F6F1E7"/>
                </a:solidFill>
                <a:latin typeface="Nimbus Sans"/>
                <a:ea typeface="Nimbus Sans"/>
                <a:cs typeface="Nimbus Sans"/>
              </a:defRPr>
            </a:lvl6pPr>
            <a:lvl7pPr algn="l">
              <a:buNone/>
              <a:defRPr sz="4500" b="1">
                <a:solidFill>
                  <a:srgbClr val="F6F1E7"/>
                </a:solidFill>
                <a:latin typeface="Nimbus Sans"/>
                <a:ea typeface="Nimbus Sans"/>
                <a:cs typeface="Nimbus Sans"/>
              </a:defRPr>
            </a:lvl7pPr>
            <a:lvl8pPr algn="l">
              <a:buNone/>
              <a:defRPr sz="4500" b="1">
                <a:solidFill>
                  <a:srgbClr val="F6F1E7"/>
                </a:solidFill>
                <a:latin typeface="Nimbus Sans"/>
                <a:ea typeface="Nimbus Sans"/>
                <a:cs typeface="Nimbus Sans"/>
              </a:defRPr>
            </a:lvl8pPr>
            <a:lvl9pPr algn="l">
              <a:buNone/>
              <a:defRPr sz="4500" b="1">
                <a:solidFill>
                  <a:srgbClr val="F6F1E7"/>
                </a:solidFill>
                <a:latin typeface="Nimbus Sans"/>
                <a:ea typeface="Nimbus Sans"/>
                <a:cs typeface="Nimbus Sans"/>
              </a:defRPr>
            </a:lvl9pPr>
          </a:lstStyle>
          <a:p xmlns:a="http://schemas.openxmlformats.org/drawingml/2006/main">
            <a:pPr algn="l">
              <a:buNone/>
              <a:defRPr sz="4500" b="1">
                <a:solidFill>
                  <a:srgbClr val="F6F1E7"/>
                </a:solidFill>
                <a:latin typeface="Nimbus Sans"/>
                <a:ea typeface="Nimbus Sans"/>
                <a:cs typeface="Nimbus Sans"/>
              </a:defRPr>
            </a:pPr>
            <a:r>
              <a:rPr sz="4500" b="1">
                <a:solidFill>
                  <a:srgbClr val="F6F1E7"/>
                </a:solidFill>
                <a:latin typeface="Nimbus Sans"/>
                <a:ea typeface="Nimbus Sans"/>
                <a:cs typeface="Nimbus Sans"/>
              </a:rPr>
              <a:t>Your water bottle breaks.</a:t>
            </a:r>
          </a:p>
        </p:txBody>
      </p:sp>
      <p:sp>
        <p:nvSpPr>
          <p:cNvPr id="4" name="cost">
            <a:extLst xmlns:a="http://schemas.openxmlformats.org/drawingml/2006/main">
              <a:ext uri="{FF2B5EF4-FFF2-40B4-BE49-F238E27FC236}">
                <a16:creationId xmlns:a16="http://schemas.microsoft.com/office/drawing/2014/main" id="{DFA76C36-0166-4394-B7D6-325DE858F96E}"/>
              </a:ext>
            </a:extLst>
          </p:cNvPr>
          <p:cNvSpPr>
            <a:spLocks xmlns:a="http://schemas.openxmlformats.org/drawingml/2006/main" noGrp="1"/>
          </p:cNvSpPr>
          <p:nvPr/>
        </p:nvSpPr>
        <p:spPr>
          <a:xfrm xmlns:a="http://schemas.openxmlformats.org/drawingml/2006/main">
            <a:off x="685800" y="3190875"/>
            <a:ext cx="10572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E6B84C"/>
                </a:solidFill>
                <a:latin typeface="Nimbus Sans"/>
                <a:ea typeface="Nimbus Sans"/>
                <a:cs typeface="Nimbus Sans"/>
              </a:defRPr>
            </a:defPPr>
            <a:lvl1pPr algn="l">
              <a:buNone/>
              <a:defRPr sz="3600" b="1">
                <a:solidFill>
                  <a:srgbClr val="E6B84C"/>
                </a:solidFill>
                <a:latin typeface="Nimbus Sans"/>
                <a:ea typeface="Nimbus Sans"/>
                <a:cs typeface="Nimbus Sans"/>
              </a:defRPr>
            </a:lvl1pPr>
            <a:lvl2pPr algn="l">
              <a:buNone/>
              <a:defRPr sz="3600" b="1">
                <a:solidFill>
                  <a:srgbClr val="E6B84C"/>
                </a:solidFill>
                <a:latin typeface="Nimbus Sans"/>
                <a:ea typeface="Nimbus Sans"/>
                <a:cs typeface="Nimbus Sans"/>
              </a:defRPr>
            </a:lvl2pPr>
            <a:lvl3pPr algn="l">
              <a:buNone/>
              <a:defRPr sz="3600" b="1">
                <a:solidFill>
                  <a:srgbClr val="E6B84C"/>
                </a:solidFill>
                <a:latin typeface="Nimbus Sans"/>
                <a:ea typeface="Nimbus Sans"/>
                <a:cs typeface="Nimbus Sans"/>
              </a:defRPr>
            </a:lvl3pPr>
            <a:lvl4pPr algn="l">
              <a:buNone/>
              <a:defRPr sz="3600" b="1">
                <a:solidFill>
                  <a:srgbClr val="E6B84C"/>
                </a:solidFill>
                <a:latin typeface="Nimbus Sans"/>
                <a:ea typeface="Nimbus Sans"/>
                <a:cs typeface="Nimbus Sans"/>
              </a:defRPr>
            </a:lvl4pPr>
            <a:lvl5pPr algn="l">
              <a:buNone/>
              <a:defRPr sz="3600" b="1">
                <a:solidFill>
                  <a:srgbClr val="E6B84C"/>
                </a:solidFill>
                <a:latin typeface="Nimbus Sans"/>
                <a:ea typeface="Nimbus Sans"/>
                <a:cs typeface="Nimbus Sans"/>
              </a:defRPr>
            </a:lvl5pPr>
            <a:lvl6pPr algn="l">
              <a:buNone/>
              <a:defRPr sz="3600" b="1">
                <a:solidFill>
                  <a:srgbClr val="E6B84C"/>
                </a:solidFill>
                <a:latin typeface="Nimbus Sans"/>
                <a:ea typeface="Nimbus Sans"/>
                <a:cs typeface="Nimbus Sans"/>
              </a:defRPr>
            </a:lvl6pPr>
            <a:lvl7pPr algn="l">
              <a:buNone/>
              <a:defRPr sz="3600" b="1">
                <a:solidFill>
                  <a:srgbClr val="E6B84C"/>
                </a:solidFill>
                <a:latin typeface="Nimbus Sans"/>
                <a:ea typeface="Nimbus Sans"/>
                <a:cs typeface="Nimbus Sans"/>
              </a:defRPr>
            </a:lvl7pPr>
            <a:lvl8pPr algn="l">
              <a:buNone/>
              <a:defRPr sz="3600" b="1">
                <a:solidFill>
                  <a:srgbClr val="E6B84C"/>
                </a:solidFill>
                <a:latin typeface="Nimbus Sans"/>
                <a:ea typeface="Nimbus Sans"/>
                <a:cs typeface="Nimbus Sans"/>
              </a:defRPr>
            </a:lvl8pPr>
            <a:lvl9pPr algn="l">
              <a:buNone/>
              <a:defRPr sz="3600" b="1">
                <a:solidFill>
                  <a:srgbClr val="E6B84C"/>
                </a:solidFill>
                <a:latin typeface="Nimbus Sans"/>
                <a:ea typeface="Nimbus Sans"/>
                <a:cs typeface="Nimbus Sans"/>
              </a:defRPr>
            </a:lvl9pPr>
          </a:lstStyle>
          <a:p xmlns:a="http://schemas.openxmlformats.org/drawingml/2006/main">
            <a:pPr algn="l">
              <a:buNone/>
              <a:defRPr sz="3600" b="1">
                <a:solidFill>
                  <a:srgbClr val="E6B84C"/>
                </a:solidFill>
                <a:latin typeface="Nimbus Sans"/>
                <a:ea typeface="Nimbus Sans"/>
                <a:cs typeface="Nimbus Sans"/>
              </a:defRPr>
            </a:pPr>
            <a:r>
              <a:rPr sz="3600" b="1">
                <a:solidFill>
                  <a:srgbClr val="E6B84C"/>
                </a:solidFill>
                <a:latin typeface="Nimbus Sans"/>
                <a:ea typeface="Nimbus Sans"/>
                <a:cs typeface="Nimbus Sans"/>
              </a:rPr>
              <a:t>A replacement costs $3.</a:t>
            </a:r>
          </a:p>
        </p:txBody>
      </p:sp>
      <p:sp>
        <p:nvSpPr>
          <p:cNvPr id="5" name="question">
            <a:extLst xmlns:a="http://schemas.openxmlformats.org/drawingml/2006/main">
              <a:ext uri="{FF2B5EF4-FFF2-40B4-BE49-F238E27FC236}">
                <a16:creationId xmlns:a16="http://schemas.microsoft.com/office/drawing/2014/main" id="{4ABD4DD6-4007-4012-8F24-239341515E67}"/>
              </a:ext>
            </a:extLst>
          </p:cNvPr>
          <p:cNvSpPr>
            <a:spLocks xmlns:a="http://schemas.openxmlformats.org/drawingml/2006/main" noGrp="1"/>
          </p:cNvSpPr>
          <p:nvPr/>
        </p:nvSpPr>
        <p:spPr>
          <a:xfrm xmlns:a="http://schemas.openxmlformats.org/drawingml/2006/main">
            <a:off x="685800" y="4657725"/>
            <a:ext cx="10572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0">
                <a:solidFill>
                  <a:srgbClr val="F6F1E7"/>
                </a:solidFill>
                <a:latin typeface="Nimbus Sans"/>
                <a:ea typeface="Nimbus Sans"/>
                <a:cs typeface="Nimbus Sans"/>
              </a:defRPr>
            </a:defPPr>
            <a:lvl1pPr algn="l">
              <a:buNone/>
              <a:defRPr sz="3225" b="0">
                <a:solidFill>
                  <a:srgbClr val="F6F1E7"/>
                </a:solidFill>
                <a:latin typeface="Nimbus Sans"/>
                <a:ea typeface="Nimbus Sans"/>
                <a:cs typeface="Nimbus Sans"/>
              </a:defRPr>
            </a:lvl1pPr>
            <a:lvl2pPr algn="l">
              <a:buNone/>
              <a:defRPr sz="3225" b="0">
                <a:solidFill>
                  <a:srgbClr val="F6F1E7"/>
                </a:solidFill>
                <a:latin typeface="Nimbus Sans"/>
                <a:ea typeface="Nimbus Sans"/>
                <a:cs typeface="Nimbus Sans"/>
              </a:defRPr>
            </a:lvl2pPr>
            <a:lvl3pPr algn="l">
              <a:buNone/>
              <a:defRPr sz="3225" b="0">
                <a:solidFill>
                  <a:srgbClr val="F6F1E7"/>
                </a:solidFill>
                <a:latin typeface="Nimbus Sans"/>
                <a:ea typeface="Nimbus Sans"/>
                <a:cs typeface="Nimbus Sans"/>
              </a:defRPr>
            </a:lvl3pPr>
            <a:lvl4pPr algn="l">
              <a:buNone/>
              <a:defRPr sz="3225" b="0">
                <a:solidFill>
                  <a:srgbClr val="F6F1E7"/>
                </a:solidFill>
                <a:latin typeface="Nimbus Sans"/>
                <a:ea typeface="Nimbus Sans"/>
                <a:cs typeface="Nimbus Sans"/>
              </a:defRPr>
            </a:lvl4pPr>
            <a:lvl5pPr algn="l">
              <a:buNone/>
              <a:defRPr sz="3225" b="0">
                <a:solidFill>
                  <a:srgbClr val="F6F1E7"/>
                </a:solidFill>
                <a:latin typeface="Nimbus Sans"/>
                <a:ea typeface="Nimbus Sans"/>
                <a:cs typeface="Nimbus Sans"/>
              </a:defRPr>
            </a:lvl5pPr>
            <a:lvl6pPr algn="l">
              <a:buNone/>
              <a:defRPr sz="3225" b="0">
                <a:solidFill>
                  <a:srgbClr val="F6F1E7"/>
                </a:solidFill>
                <a:latin typeface="Nimbus Sans"/>
                <a:ea typeface="Nimbus Sans"/>
                <a:cs typeface="Nimbus Sans"/>
              </a:defRPr>
            </a:lvl6pPr>
            <a:lvl7pPr algn="l">
              <a:buNone/>
              <a:defRPr sz="3225" b="0">
                <a:solidFill>
                  <a:srgbClr val="F6F1E7"/>
                </a:solidFill>
                <a:latin typeface="Nimbus Sans"/>
                <a:ea typeface="Nimbus Sans"/>
                <a:cs typeface="Nimbus Sans"/>
              </a:defRPr>
            </a:lvl7pPr>
            <a:lvl8pPr algn="l">
              <a:buNone/>
              <a:defRPr sz="3225" b="0">
                <a:solidFill>
                  <a:srgbClr val="F6F1E7"/>
                </a:solidFill>
                <a:latin typeface="Nimbus Sans"/>
                <a:ea typeface="Nimbus Sans"/>
                <a:cs typeface="Nimbus Sans"/>
              </a:defRPr>
            </a:lvl8pPr>
            <a:lvl9pPr algn="l">
              <a:buNone/>
              <a:defRPr sz="3225" b="0">
                <a:solidFill>
                  <a:srgbClr val="F6F1E7"/>
                </a:solidFill>
                <a:latin typeface="Nimbus Sans"/>
                <a:ea typeface="Nimbus Sans"/>
                <a:cs typeface="Nimbus Sans"/>
              </a:defRPr>
            </a:lvl9pPr>
          </a:lstStyle>
          <a:p xmlns:a="http://schemas.openxmlformats.org/drawingml/2006/main">
            <a:pPr algn="l">
              <a:buNone/>
              <a:defRPr sz="3225" b="0">
                <a:solidFill>
                  <a:srgbClr val="F6F1E7"/>
                </a:solidFill>
                <a:latin typeface="Nimbus Sans"/>
                <a:ea typeface="Nimbus Sans"/>
                <a:cs typeface="Nimbus Sans"/>
              </a:defRPr>
            </a:pPr>
            <a:r>
              <a:rPr sz="3225" b="0">
                <a:solidFill>
                  <a:srgbClr val="F6F1E7"/>
                </a:solidFill>
                <a:latin typeface="Nimbus Sans"/>
                <a:ea typeface="Nimbus Sans"/>
                <a:cs typeface="Nimbus Sans"/>
              </a:rPr>
              <a:t>Where could the $3 come from</a:t>
            </a:r>
          </a:p>
          <a:p xmlns:a="http://schemas.openxmlformats.org/drawingml/2006/main">
            <a:pPr algn="l">
              <a:buNone/>
              <a:defRPr sz="3225" b="0">
                <a:solidFill>
                  <a:srgbClr val="F6F1E7"/>
                </a:solidFill>
                <a:latin typeface="Nimbus Sans"/>
                <a:ea typeface="Nimbus Sans"/>
                <a:cs typeface="Nimbus Sans"/>
              </a:defRPr>
            </a:pPr>
            <a:r>
              <a:rPr sz="3225" b="0">
                <a:solidFill>
                  <a:srgbClr val="F6F1E7"/>
                </a:solidFill>
                <a:latin typeface="Nimbus Sans"/>
                <a:ea typeface="Nimbus Sans"/>
                <a:cs typeface="Nimbus Sans"/>
              </a:rPr>
              <a:t>in your plan?</a:t>
            </a:r>
          </a:p>
        </p:txBody>
      </p:sp>
    </p:spTree>
    <p:extLst>
      <p:ext uri="{BB962C8B-B14F-4D97-AF65-F5344CB8AC3E}">
        <p14:creationId xmlns:p14="http://schemas.microsoft.com/office/powerpoint/2010/main" val="79336482"/>
      </p:ext>
    </p:extLst>
  </p:cSld>
</p:sld>
</file>

<file path=ppt/slides/slide16.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8" name="headline">
            <a:extLst xmlns:a="http://schemas.openxmlformats.org/drawingml/2006/main">
              <a:ext uri="{FF2B5EF4-FFF2-40B4-BE49-F238E27FC236}">
                <a16:creationId xmlns:a16="http://schemas.microsoft.com/office/drawing/2014/main" id="{DB8E3F81-AAA0-4430-A3AF-95C3C038FAFC}"/>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buNone/>
              <a:defRPr sz="3900" b="1">
                <a:solidFill>
                  <a:srgbClr val="173D35"/>
                </a:solidFill>
                <a:latin typeface="Nimbus Sans"/>
                <a:ea typeface="Nimbus Sans"/>
                <a:cs typeface="Nimbus Sans"/>
              </a:defRPr>
            </a:lvl1pPr>
            <a:lvl2pPr algn="l">
              <a:buNone/>
              <a:defRPr sz="3900" b="1">
                <a:solidFill>
                  <a:srgbClr val="173D35"/>
                </a:solidFill>
                <a:latin typeface="Nimbus Sans"/>
                <a:ea typeface="Nimbus Sans"/>
                <a:cs typeface="Nimbus Sans"/>
              </a:defRPr>
            </a:lvl2pPr>
            <a:lvl3pPr algn="l">
              <a:buNone/>
              <a:defRPr sz="3900" b="1">
                <a:solidFill>
                  <a:srgbClr val="173D35"/>
                </a:solidFill>
                <a:latin typeface="Nimbus Sans"/>
                <a:ea typeface="Nimbus Sans"/>
                <a:cs typeface="Nimbus Sans"/>
              </a:defRPr>
            </a:lvl3pPr>
            <a:lvl4pPr algn="l">
              <a:buNone/>
              <a:defRPr sz="3900" b="1">
                <a:solidFill>
                  <a:srgbClr val="173D35"/>
                </a:solidFill>
                <a:latin typeface="Nimbus Sans"/>
                <a:ea typeface="Nimbus Sans"/>
                <a:cs typeface="Nimbus Sans"/>
              </a:defRPr>
            </a:lvl4pPr>
            <a:lvl5pPr algn="l">
              <a:buNone/>
              <a:defRPr sz="3900" b="1">
                <a:solidFill>
                  <a:srgbClr val="173D35"/>
                </a:solidFill>
                <a:latin typeface="Nimbus Sans"/>
                <a:ea typeface="Nimbus Sans"/>
                <a:cs typeface="Nimbus Sans"/>
              </a:defRPr>
            </a:lvl5pPr>
            <a:lvl6pPr algn="l">
              <a:buNone/>
              <a:defRPr sz="3900" b="1">
                <a:solidFill>
                  <a:srgbClr val="173D35"/>
                </a:solidFill>
                <a:latin typeface="Nimbus Sans"/>
                <a:ea typeface="Nimbus Sans"/>
                <a:cs typeface="Nimbus Sans"/>
              </a:defRPr>
            </a:lvl6pPr>
            <a:lvl7pPr algn="l">
              <a:buNone/>
              <a:defRPr sz="3900" b="1">
                <a:solidFill>
                  <a:srgbClr val="173D35"/>
                </a:solidFill>
                <a:latin typeface="Nimbus Sans"/>
                <a:ea typeface="Nimbus Sans"/>
                <a:cs typeface="Nimbus Sans"/>
              </a:defRPr>
            </a:lvl7pPr>
            <a:lvl8pPr algn="l">
              <a:buNone/>
              <a:defRPr sz="3900" b="1">
                <a:solidFill>
                  <a:srgbClr val="173D35"/>
                </a:solidFill>
                <a:latin typeface="Nimbus Sans"/>
                <a:ea typeface="Nimbus Sans"/>
                <a:cs typeface="Nimbus Sans"/>
              </a:defRPr>
            </a:lvl8pPr>
            <a:lvl9pPr algn="l">
              <a:buNone/>
              <a:defRPr sz="3900" b="1">
                <a:solidFill>
                  <a:srgbClr val="173D35"/>
                </a:solidFill>
                <a:latin typeface="Nimbus Sans"/>
                <a:ea typeface="Nimbus Sans"/>
                <a:cs typeface="Nimbus Sans"/>
              </a:defRPr>
            </a:lvl9pPr>
          </a:lstStyle>
          <a:p xmlns:a="http://schemas.openxmlformats.org/drawingml/2006/main">
            <a:pPr algn="l">
              <a:buNone/>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A deal you might not need</a:t>
            </a:r>
          </a:p>
        </p:txBody>
      </p:sp>
      <p:sp>
        <p:nvSpPr>
          <p:cNvPr id="2" name="page-number">
            <a:extLst xmlns:a="http://schemas.openxmlformats.org/drawingml/2006/main">
              <a:ext uri="{FF2B5EF4-FFF2-40B4-BE49-F238E27FC236}">
                <a16:creationId xmlns:a16="http://schemas.microsoft.com/office/drawing/2014/main" id="{3F33ADD8-2A24-4AA6-956C-C68A0995F8E1}"/>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buNone/>
              <a:defRPr sz="1500" b="0">
                <a:solidFill>
                  <a:srgbClr val="55655E"/>
                </a:solidFill>
                <a:latin typeface="Nimbus Sans"/>
                <a:ea typeface="Nimbus Sans"/>
                <a:cs typeface="Nimbus Sans"/>
              </a:defRPr>
            </a:lvl1pPr>
            <a:lvl2pPr algn="r">
              <a:buNone/>
              <a:defRPr sz="1500" b="0">
                <a:solidFill>
                  <a:srgbClr val="55655E"/>
                </a:solidFill>
                <a:latin typeface="Nimbus Sans"/>
                <a:ea typeface="Nimbus Sans"/>
                <a:cs typeface="Nimbus Sans"/>
              </a:defRPr>
            </a:lvl2pPr>
            <a:lvl3pPr algn="r">
              <a:buNone/>
              <a:defRPr sz="1500" b="0">
                <a:solidFill>
                  <a:srgbClr val="55655E"/>
                </a:solidFill>
                <a:latin typeface="Nimbus Sans"/>
                <a:ea typeface="Nimbus Sans"/>
                <a:cs typeface="Nimbus Sans"/>
              </a:defRPr>
            </a:lvl3pPr>
            <a:lvl4pPr algn="r">
              <a:buNone/>
              <a:defRPr sz="1500" b="0">
                <a:solidFill>
                  <a:srgbClr val="55655E"/>
                </a:solidFill>
                <a:latin typeface="Nimbus Sans"/>
                <a:ea typeface="Nimbus Sans"/>
                <a:cs typeface="Nimbus Sans"/>
              </a:defRPr>
            </a:lvl4pPr>
            <a:lvl5pPr algn="r">
              <a:buNone/>
              <a:defRPr sz="1500" b="0">
                <a:solidFill>
                  <a:srgbClr val="55655E"/>
                </a:solidFill>
                <a:latin typeface="Nimbus Sans"/>
                <a:ea typeface="Nimbus Sans"/>
                <a:cs typeface="Nimbus Sans"/>
              </a:defRPr>
            </a:lvl5pPr>
            <a:lvl6pPr algn="r">
              <a:buNone/>
              <a:defRPr sz="1500" b="0">
                <a:solidFill>
                  <a:srgbClr val="55655E"/>
                </a:solidFill>
                <a:latin typeface="Nimbus Sans"/>
                <a:ea typeface="Nimbus Sans"/>
                <a:cs typeface="Nimbus Sans"/>
              </a:defRPr>
            </a:lvl6pPr>
            <a:lvl7pPr algn="r">
              <a:buNone/>
              <a:defRPr sz="1500" b="0">
                <a:solidFill>
                  <a:srgbClr val="55655E"/>
                </a:solidFill>
                <a:latin typeface="Nimbus Sans"/>
                <a:ea typeface="Nimbus Sans"/>
                <a:cs typeface="Nimbus Sans"/>
              </a:defRPr>
            </a:lvl7pPr>
            <a:lvl8pPr algn="r">
              <a:buNone/>
              <a:defRPr sz="1500" b="0">
                <a:solidFill>
                  <a:srgbClr val="55655E"/>
                </a:solidFill>
                <a:latin typeface="Nimbus Sans"/>
                <a:ea typeface="Nimbus Sans"/>
                <a:cs typeface="Nimbus Sans"/>
              </a:defRPr>
            </a:lvl8pPr>
            <a:lvl9pPr algn="r">
              <a:buNone/>
              <a:defRPr sz="1500" b="0">
                <a:solidFill>
                  <a:srgbClr val="55655E"/>
                </a:solidFill>
                <a:latin typeface="Nimbus Sans"/>
                <a:ea typeface="Nimbus Sans"/>
                <a:cs typeface="Nimbus Sans"/>
              </a:defRPr>
            </a:lvl9pPr>
          </a:lstStyle>
          <a:p xmlns:a="http://schemas.openxmlformats.org/drawingml/2006/main">
            <a:pPr algn="r">
              <a:buNone/>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16</a:t>
            </a:r>
          </a:p>
        </p:txBody>
      </p:sp>
      <p:sp>
        <p:nvSpPr>
          <p:cNvPr id="3" name="single">
            <a:extLst xmlns:a="http://schemas.openxmlformats.org/drawingml/2006/main">
              <a:ext uri="{FF2B5EF4-FFF2-40B4-BE49-F238E27FC236}">
                <a16:creationId xmlns:a16="http://schemas.microsoft.com/office/drawing/2014/main" id="{C82AB07F-E06E-43B2-8860-86EACDAE1235}"/>
              </a:ext>
            </a:extLst>
          </p:cNvPr>
          <p:cNvSpPr>
            <a:spLocks xmlns:a="http://schemas.openxmlformats.org/drawingml/2006/main" noGrp="1"/>
          </p:cNvSpPr>
          <p:nvPr/>
        </p:nvSpPr>
        <p:spPr>
          <a:xfrm xmlns:a="http://schemas.openxmlformats.org/drawingml/2006/main">
            <a:off x="685800" y="2095500"/>
            <a:ext cx="5143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1">
                <a:solidFill>
                  <a:srgbClr val="173D35"/>
                </a:solidFill>
                <a:latin typeface="Nimbus Sans"/>
                <a:ea typeface="Nimbus Sans"/>
                <a:cs typeface="Nimbus Sans"/>
              </a:defRPr>
            </a:defPPr>
            <a:lvl1pPr algn="l">
              <a:buNone/>
              <a:defRPr sz="3825" b="1">
                <a:solidFill>
                  <a:srgbClr val="173D35"/>
                </a:solidFill>
                <a:latin typeface="Nimbus Sans"/>
                <a:ea typeface="Nimbus Sans"/>
                <a:cs typeface="Nimbus Sans"/>
              </a:defRPr>
            </a:lvl1pPr>
            <a:lvl2pPr algn="l">
              <a:buNone/>
              <a:defRPr sz="3825" b="1">
                <a:solidFill>
                  <a:srgbClr val="173D35"/>
                </a:solidFill>
                <a:latin typeface="Nimbus Sans"/>
                <a:ea typeface="Nimbus Sans"/>
                <a:cs typeface="Nimbus Sans"/>
              </a:defRPr>
            </a:lvl2pPr>
            <a:lvl3pPr algn="l">
              <a:buNone/>
              <a:defRPr sz="3825" b="1">
                <a:solidFill>
                  <a:srgbClr val="173D35"/>
                </a:solidFill>
                <a:latin typeface="Nimbus Sans"/>
                <a:ea typeface="Nimbus Sans"/>
                <a:cs typeface="Nimbus Sans"/>
              </a:defRPr>
            </a:lvl3pPr>
            <a:lvl4pPr algn="l">
              <a:buNone/>
              <a:defRPr sz="3825" b="1">
                <a:solidFill>
                  <a:srgbClr val="173D35"/>
                </a:solidFill>
                <a:latin typeface="Nimbus Sans"/>
                <a:ea typeface="Nimbus Sans"/>
                <a:cs typeface="Nimbus Sans"/>
              </a:defRPr>
            </a:lvl4pPr>
            <a:lvl5pPr algn="l">
              <a:buNone/>
              <a:defRPr sz="3825" b="1">
                <a:solidFill>
                  <a:srgbClr val="173D35"/>
                </a:solidFill>
                <a:latin typeface="Nimbus Sans"/>
                <a:ea typeface="Nimbus Sans"/>
                <a:cs typeface="Nimbus Sans"/>
              </a:defRPr>
            </a:lvl5pPr>
            <a:lvl6pPr algn="l">
              <a:buNone/>
              <a:defRPr sz="3825" b="1">
                <a:solidFill>
                  <a:srgbClr val="173D35"/>
                </a:solidFill>
                <a:latin typeface="Nimbus Sans"/>
                <a:ea typeface="Nimbus Sans"/>
                <a:cs typeface="Nimbus Sans"/>
              </a:defRPr>
            </a:lvl6pPr>
            <a:lvl7pPr algn="l">
              <a:buNone/>
              <a:defRPr sz="3825" b="1">
                <a:solidFill>
                  <a:srgbClr val="173D35"/>
                </a:solidFill>
                <a:latin typeface="Nimbus Sans"/>
                <a:ea typeface="Nimbus Sans"/>
                <a:cs typeface="Nimbus Sans"/>
              </a:defRPr>
            </a:lvl7pPr>
            <a:lvl8pPr algn="l">
              <a:buNone/>
              <a:defRPr sz="3825" b="1">
                <a:solidFill>
                  <a:srgbClr val="173D35"/>
                </a:solidFill>
                <a:latin typeface="Nimbus Sans"/>
                <a:ea typeface="Nimbus Sans"/>
                <a:cs typeface="Nimbus Sans"/>
              </a:defRPr>
            </a:lvl8pPr>
            <a:lvl9pPr algn="l">
              <a:buNone/>
              <a:defRPr sz="3825" b="1">
                <a:solidFill>
                  <a:srgbClr val="173D35"/>
                </a:solidFill>
                <a:latin typeface="Nimbus Sans"/>
                <a:ea typeface="Nimbus Sans"/>
                <a:cs typeface="Nimbus Sans"/>
              </a:defRPr>
            </a:lvl9pPr>
          </a:lstStyle>
          <a:p xmlns:a="http://schemas.openxmlformats.org/drawingml/2006/main">
            <a:pPr algn="l">
              <a:buNone/>
              <a:defRPr sz="3825" b="1">
                <a:solidFill>
                  <a:srgbClr val="173D35"/>
                </a:solidFill>
                <a:latin typeface="Nimbus Sans"/>
                <a:ea typeface="Nimbus Sans"/>
                <a:cs typeface="Nimbus Sans"/>
              </a:defRPr>
            </a:pPr>
            <a:r>
              <a:rPr sz="3825" b="1">
                <a:solidFill>
                  <a:srgbClr val="173D35"/>
                </a:solidFill>
                <a:latin typeface="Nimbus Sans"/>
                <a:ea typeface="Nimbus Sans"/>
                <a:cs typeface="Nimbus Sans"/>
              </a:rPr>
              <a:t>1 notebook</a:t>
            </a:r>
          </a:p>
        </p:txBody>
      </p:sp>
      <p:sp>
        <p:nvSpPr>
          <p:cNvPr id="4" name="single-cost">
            <a:extLst xmlns:a="http://schemas.openxmlformats.org/drawingml/2006/main">
              <a:ext uri="{FF2B5EF4-FFF2-40B4-BE49-F238E27FC236}">
                <a16:creationId xmlns:a16="http://schemas.microsoft.com/office/drawing/2014/main" id="{E7A9758A-9C98-4FFB-A0DB-49A016B70DEB}"/>
              </a:ext>
            </a:extLst>
          </p:cNvPr>
          <p:cNvSpPr>
            <a:spLocks xmlns:a="http://schemas.openxmlformats.org/drawingml/2006/main" noGrp="1"/>
          </p:cNvSpPr>
          <p:nvPr/>
        </p:nvSpPr>
        <p:spPr>
          <a:xfrm xmlns:a="http://schemas.openxmlformats.org/drawingml/2006/main">
            <a:off x="685800" y="3086100"/>
            <a:ext cx="4286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450" b="1">
                <a:solidFill>
                  <a:srgbClr val="A3432C"/>
                </a:solidFill>
                <a:latin typeface="Nimbus Sans"/>
                <a:ea typeface="Nimbus Sans"/>
                <a:cs typeface="Nimbus Sans"/>
              </a:defRPr>
            </a:defPPr>
            <a:lvl1pPr algn="l">
              <a:buNone/>
              <a:defRPr sz="6450" b="1">
                <a:solidFill>
                  <a:srgbClr val="A3432C"/>
                </a:solidFill>
                <a:latin typeface="Nimbus Sans"/>
                <a:ea typeface="Nimbus Sans"/>
                <a:cs typeface="Nimbus Sans"/>
              </a:defRPr>
            </a:lvl1pPr>
            <a:lvl2pPr algn="l">
              <a:buNone/>
              <a:defRPr sz="6450" b="1">
                <a:solidFill>
                  <a:srgbClr val="A3432C"/>
                </a:solidFill>
                <a:latin typeface="Nimbus Sans"/>
                <a:ea typeface="Nimbus Sans"/>
                <a:cs typeface="Nimbus Sans"/>
              </a:defRPr>
            </a:lvl2pPr>
            <a:lvl3pPr algn="l">
              <a:buNone/>
              <a:defRPr sz="6450" b="1">
                <a:solidFill>
                  <a:srgbClr val="A3432C"/>
                </a:solidFill>
                <a:latin typeface="Nimbus Sans"/>
                <a:ea typeface="Nimbus Sans"/>
                <a:cs typeface="Nimbus Sans"/>
              </a:defRPr>
            </a:lvl3pPr>
            <a:lvl4pPr algn="l">
              <a:buNone/>
              <a:defRPr sz="6450" b="1">
                <a:solidFill>
                  <a:srgbClr val="A3432C"/>
                </a:solidFill>
                <a:latin typeface="Nimbus Sans"/>
                <a:ea typeface="Nimbus Sans"/>
                <a:cs typeface="Nimbus Sans"/>
              </a:defRPr>
            </a:lvl4pPr>
            <a:lvl5pPr algn="l">
              <a:buNone/>
              <a:defRPr sz="6450" b="1">
                <a:solidFill>
                  <a:srgbClr val="A3432C"/>
                </a:solidFill>
                <a:latin typeface="Nimbus Sans"/>
                <a:ea typeface="Nimbus Sans"/>
                <a:cs typeface="Nimbus Sans"/>
              </a:defRPr>
            </a:lvl5pPr>
            <a:lvl6pPr algn="l">
              <a:buNone/>
              <a:defRPr sz="6450" b="1">
                <a:solidFill>
                  <a:srgbClr val="A3432C"/>
                </a:solidFill>
                <a:latin typeface="Nimbus Sans"/>
                <a:ea typeface="Nimbus Sans"/>
                <a:cs typeface="Nimbus Sans"/>
              </a:defRPr>
            </a:lvl6pPr>
            <a:lvl7pPr algn="l">
              <a:buNone/>
              <a:defRPr sz="6450" b="1">
                <a:solidFill>
                  <a:srgbClr val="A3432C"/>
                </a:solidFill>
                <a:latin typeface="Nimbus Sans"/>
                <a:ea typeface="Nimbus Sans"/>
                <a:cs typeface="Nimbus Sans"/>
              </a:defRPr>
            </a:lvl7pPr>
            <a:lvl8pPr algn="l">
              <a:buNone/>
              <a:defRPr sz="6450" b="1">
                <a:solidFill>
                  <a:srgbClr val="A3432C"/>
                </a:solidFill>
                <a:latin typeface="Nimbus Sans"/>
                <a:ea typeface="Nimbus Sans"/>
                <a:cs typeface="Nimbus Sans"/>
              </a:defRPr>
            </a:lvl8pPr>
            <a:lvl9pPr algn="l">
              <a:buNone/>
              <a:defRPr sz="6450" b="1">
                <a:solidFill>
                  <a:srgbClr val="A3432C"/>
                </a:solidFill>
                <a:latin typeface="Nimbus Sans"/>
                <a:ea typeface="Nimbus Sans"/>
                <a:cs typeface="Nimbus Sans"/>
              </a:defRPr>
            </a:lvl9pPr>
          </a:lstStyle>
          <a:p xmlns:a="http://schemas.openxmlformats.org/drawingml/2006/main">
            <a:pPr algn="l">
              <a:buNone/>
              <a:defRPr sz="6450" b="1">
                <a:solidFill>
                  <a:srgbClr val="A3432C"/>
                </a:solidFill>
                <a:latin typeface="Nimbus Sans"/>
                <a:ea typeface="Nimbus Sans"/>
                <a:cs typeface="Nimbus Sans"/>
              </a:defRPr>
            </a:pPr>
            <a:r>
              <a:rPr sz="6450" b="1">
                <a:solidFill>
                  <a:srgbClr val="A3432C"/>
                </a:solidFill>
                <a:latin typeface="Nimbus Sans"/>
                <a:ea typeface="Nimbus Sans"/>
                <a:cs typeface="Nimbus Sans"/>
              </a:rPr>
              <a:t>$3</a:t>
            </a:r>
          </a:p>
        </p:txBody>
      </p:sp>
      <p:sp>
        <p:nvSpPr>
          <p:cNvPr id="5" name="pair">
            <a:extLst xmlns:a="http://schemas.openxmlformats.org/drawingml/2006/main">
              <a:ext uri="{FF2B5EF4-FFF2-40B4-BE49-F238E27FC236}">
                <a16:creationId xmlns:a16="http://schemas.microsoft.com/office/drawing/2014/main" id="{46F7267F-12C5-4BBA-9EBC-A6769D6E56A1}"/>
              </a:ext>
            </a:extLst>
          </p:cNvPr>
          <p:cNvSpPr>
            <a:spLocks xmlns:a="http://schemas.openxmlformats.org/drawingml/2006/main" noGrp="1"/>
          </p:cNvSpPr>
          <p:nvPr/>
        </p:nvSpPr>
        <p:spPr>
          <a:xfrm xmlns:a="http://schemas.openxmlformats.org/drawingml/2006/main">
            <a:off x="6715125" y="2095500"/>
            <a:ext cx="4762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825" b="1">
                <a:solidFill>
                  <a:srgbClr val="173D35"/>
                </a:solidFill>
                <a:latin typeface="Nimbus Sans"/>
                <a:ea typeface="Nimbus Sans"/>
                <a:cs typeface="Nimbus Sans"/>
              </a:defRPr>
            </a:defPPr>
            <a:lvl1pPr algn="l">
              <a:buNone/>
              <a:defRPr sz="3825" b="1">
                <a:solidFill>
                  <a:srgbClr val="173D35"/>
                </a:solidFill>
                <a:latin typeface="Nimbus Sans"/>
                <a:ea typeface="Nimbus Sans"/>
                <a:cs typeface="Nimbus Sans"/>
              </a:defRPr>
            </a:lvl1pPr>
            <a:lvl2pPr algn="l">
              <a:buNone/>
              <a:defRPr sz="3825" b="1">
                <a:solidFill>
                  <a:srgbClr val="173D35"/>
                </a:solidFill>
                <a:latin typeface="Nimbus Sans"/>
                <a:ea typeface="Nimbus Sans"/>
                <a:cs typeface="Nimbus Sans"/>
              </a:defRPr>
            </a:lvl2pPr>
            <a:lvl3pPr algn="l">
              <a:buNone/>
              <a:defRPr sz="3825" b="1">
                <a:solidFill>
                  <a:srgbClr val="173D35"/>
                </a:solidFill>
                <a:latin typeface="Nimbus Sans"/>
                <a:ea typeface="Nimbus Sans"/>
                <a:cs typeface="Nimbus Sans"/>
              </a:defRPr>
            </a:lvl3pPr>
            <a:lvl4pPr algn="l">
              <a:buNone/>
              <a:defRPr sz="3825" b="1">
                <a:solidFill>
                  <a:srgbClr val="173D35"/>
                </a:solidFill>
                <a:latin typeface="Nimbus Sans"/>
                <a:ea typeface="Nimbus Sans"/>
                <a:cs typeface="Nimbus Sans"/>
              </a:defRPr>
            </a:lvl4pPr>
            <a:lvl5pPr algn="l">
              <a:buNone/>
              <a:defRPr sz="3825" b="1">
                <a:solidFill>
                  <a:srgbClr val="173D35"/>
                </a:solidFill>
                <a:latin typeface="Nimbus Sans"/>
                <a:ea typeface="Nimbus Sans"/>
                <a:cs typeface="Nimbus Sans"/>
              </a:defRPr>
            </a:lvl5pPr>
            <a:lvl6pPr algn="l">
              <a:buNone/>
              <a:defRPr sz="3825" b="1">
                <a:solidFill>
                  <a:srgbClr val="173D35"/>
                </a:solidFill>
                <a:latin typeface="Nimbus Sans"/>
                <a:ea typeface="Nimbus Sans"/>
                <a:cs typeface="Nimbus Sans"/>
              </a:defRPr>
            </a:lvl6pPr>
            <a:lvl7pPr algn="l">
              <a:buNone/>
              <a:defRPr sz="3825" b="1">
                <a:solidFill>
                  <a:srgbClr val="173D35"/>
                </a:solidFill>
                <a:latin typeface="Nimbus Sans"/>
                <a:ea typeface="Nimbus Sans"/>
                <a:cs typeface="Nimbus Sans"/>
              </a:defRPr>
            </a:lvl7pPr>
            <a:lvl8pPr algn="l">
              <a:buNone/>
              <a:defRPr sz="3825" b="1">
                <a:solidFill>
                  <a:srgbClr val="173D35"/>
                </a:solidFill>
                <a:latin typeface="Nimbus Sans"/>
                <a:ea typeface="Nimbus Sans"/>
                <a:cs typeface="Nimbus Sans"/>
              </a:defRPr>
            </a:lvl8pPr>
            <a:lvl9pPr algn="l">
              <a:buNone/>
              <a:defRPr sz="3825" b="1">
                <a:solidFill>
                  <a:srgbClr val="173D35"/>
                </a:solidFill>
                <a:latin typeface="Nimbus Sans"/>
                <a:ea typeface="Nimbus Sans"/>
                <a:cs typeface="Nimbus Sans"/>
              </a:defRPr>
            </a:lvl9pPr>
          </a:lstStyle>
          <a:p xmlns:a="http://schemas.openxmlformats.org/drawingml/2006/main">
            <a:pPr algn="l">
              <a:buNone/>
              <a:defRPr sz="3825" b="1">
                <a:solidFill>
                  <a:srgbClr val="173D35"/>
                </a:solidFill>
                <a:latin typeface="Nimbus Sans"/>
                <a:ea typeface="Nimbus Sans"/>
                <a:cs typeface="Nimbus Sans"/>
              </a:defRPr>
            </a:pPr>
            <a:r>
              <a:rPr sz="3825" b="1">
                <a:solidFill>
                  <a:srgbClr val="173D35"/>
                </a:solidFill>
                <a:latin typeface="Nimbus Sans"/>
                <a:ea typeface="Nimbus Sans"/>
                <a:cs typeface="Nimbus Sans"/>
              </a:rPr>
              <a:t>2 notebooks</a:t>
            </a:r>
          </a:p>
        </p:txBody>
      </p:sp>
      <p:sp>
        <p:nvSpPr>
          <p:cNvPr id="6" name="pair-cost">
            <a:extLst xmlns:a="http://schemas.openxmlformats.org/drawingml/2006/main">
              <a:ext uri="{FF2B5EF4-FFF2-40B4-BE49-F238E27FC236}">
                <a16:creationId xmlns:a16="http://schemas.microsoft.com/office/drawing/2014/main" id="{5FE15CD8-BDFE-4CE5-9CFD-C6EB011923AA}"/>
              </a:ext>
            </a:extLst>
          </p:cNvPr>
          <p:cNvSpPr>
            <a:spLocks xmlns:a="http://schemas.openxmlformats.org/drawingml/2006/main" noGrp="1"/>
          </p:cNvSpPr>
          <p:nvPr/>
        </p:nvSpPr>
        <p:spPr>
          <a:xfrm xmlns:a="http://schemas.openxmlformats.org/drawingml/2006/main">
            <a:off x="6715125" y="3086100"/>
            <a:ext cx="4286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450" b="1">
                <a:solidFill>
                  <a:srgbClr val="A3432C"/>
                </a:solidFill>
                <a:latin typeface="Nimbus Sans"/>
                <a:ea typeface="Nimbus Sans"/>
                <a:cs typeface="Nimbus Sans"/>
              </a:defRPr>
            </a:defPPr>
            <a:lvl1pPr algn="l">
              <a:buNone/>
              <a:defRPr sz="6450" b="1">
                <a:solidFill>
                  <a:srgbClr val="A3432C"/>
                </a:solidFill>
                <a:latin typeface="Nimbus Sans"/>
                <a:ea typeface="Nimbus Sans"/>
                <a:cs typeface="Nimbus Sans"/>
              </a:defRPr>
            </a:lvl1pPr>
            <a:lvl2pPr algn="l">
              <a:buNone/>
              <a:defRPr sz="6450" b="1">
                <a:solidFill>
                  <a:srgbClr val="A3432C"/>
                </a:solidFill>
                <a:latin typeface="Nimbus Sans"/>
                <a:ea typeface="Nimbus Sans"/>
                <a:cs typeface="Nimbus Sans"/>
              </a:defRPr>
            </a:lvl2pPr>
            <a:lvl3pPr algn="l">
              <a:buNone/>
              <a:defRPr sz="6450" b="1">
                <a:solidFill>
                  <a:srgbClr val="A3432C"/>
                </a:solidFill>
                <a:latin typeface="Nimbus Sans"/>
                <a:ea typeface="Nimbus Sans"/>
                <a:cs typeface="Nimbus Sans"/>
              </a:defRPr>
            </a:lvl3pPr>
            <a:lvl4pPr algn="l">
              <a:buNone/>
              <a:defRPr sz="6450" b="1">
                <a:solidFill>
                  <a:srgbClr val="A3432C"/>
                </a:solidFill>
                <a:latin typeface="Nimbus Sans"/>
                <a:ea typeface="Nimbus Sans"/>
                <a:cs typeface="Nimbus Sans"/>
              </a:defRPr>
            </a:lvl4pPr>
            <a:lvl5pPr algn="l">
              <a:buNone/>
              <a:defRPr sz="6450" b="1">
                <a:solidFill>
                  <a:srgbClr val="A3432C"/>
                </a:solidFill>
                <a:latin typeface="Nimbus Sans"/>
                <a:ea typeface="Nimbus Sans"/>
                <a:cs typeface="Nimbus Sans"/>
              </a:defRPr>
            </a:lvl5pPr>
            <a:lvl6pPr algn="l">
              <a:buNone/>
              <a:defRPr sz="6450" b="1">
                <a:solidFill>
                  <a:srgbClr val="A3432C"/>
                </a:solidFill>
                <a:latin typeface="Nimbus Sans"/>
                <a:ea typeface="Nimbus Sans"/>
                <a:cs typeface="Nimbus Sans"/>
              </a:defRPr>
            </a:lvl6pPr>
            <a:lvl7pPr algn="l">
              <a:buNone/>
              <a:defRPr sz="6450" b="1">
                <a:solidFill>
                  <a:srgbClr val="A3432C"/>
                </a:solidFill>
                <a:latin typeface="Nimbus Sans"/>
                <a:ea typeface="Nimbus Sans"/>
                <a:cs typeface="Nimbus Sans"/>
              </a:defRPr>
            </a:lvl7pPr>
            <a:lvl8pPr algn="l">
              <a:buNone/>
              <a:defRPr sz="6450" b="1">
                <a:solidFill>
                  <a:srgbClr val="A3432C"/>
                </a:solidFill>
                <a:latin typeface="Nimbus Sans"/>
                <a:ea typeface="Nimbus Sans"/>
                <a:cs typeface="Nimbus Sans"/>
              </a:defRPr>
            </a:lvl8pPr>
            <a:lvl9pPr algn="l">
              <a:buNone/>
              <a:defRPr sz="6450" b="1">
                <a:solidFill>
                  <a:srgbClr val="A3432C"/>
                </a:solidFill>
                <a:latin typeface="Nimbus Sans"/>
                <a:ea typeface="Nimbus Sans"/>
                <a:cs typeface="Nimbus Sans"/>
              </a:defRPr>
            </a:lvl9pPr>
          </a:lstStyle>
          <a:p xmlns:a="http://schemas.openxmlformats.org/drawingml/2006/main">
            <a:pPr algn="l">
              <a:buNone/>
              <a:defRPr sz="6450" b="1">
                <a:solidFill>
                  <a:srgbClr val="A3432C"/>
                </a:solidFill>
                <a:latin typeface="Nimbus Sans"/>
                <a:ea typeface="Nimbus Sans"/>
                <a:cs typeface="Nimbus Sans"/>
              </a:defRPr>
            </a:pPr>
            <a:r>
              <a:rPr sz="6450" b="1">
                <a:solidFill>
                  <a:srgbClr val="A3432C"/>
                </a:solidFill>
                <a:latin typeface="Nimbus Sans"/>
                <a:ea typeface="Nimbus Sans"/>
                <a:cs typeface="Nimbus Sans"/>
              </a:rPr>
              <a:t>$5</a:t>
            </a:r>
          </a:p>
        </p:txBody>
      </p:sp>
      <p:sp>
        <p:nvSpPr>
          <p:cNvPr id="7" name="question">
            <a:extLst xmlns:a="http://schemas.openxmlformats.org/drawingml/2006/main">
              <a:ext uri="{FF2B5EF4-FFF2-40B4-BE49-F238E27FC236}">
                <a16:creationId xmlns:a16="http://schemas.microsoft.com/office/drawing/2014/main" id="{041E1CE1-ED3E-429A-9D14-A8DA523C4D20}"/>
              </a:ext>
            </a:extLst>
          </p:cNvPr>
          <p:cNvSpPr>
            <a:spLocks xmlns:a="http://schemas.openxmlformats.org/drawingml/2006/main" noGrp="1"/>
          </p:cNvSpPr>
          <p:nvPr/>
        </p:nvSpPr>
        <p:spPr>
          <a:xfrm xmlns:a="http://schemas.openxmlformats.org/drawingml/2006/main">
            <a:off x="685800" y="502920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a:solidFill>
                  <a:srgbClr val="173D35"/>
                </a:solidFill>
                <a:latin typeface="Nimbus Sans"/>
                <a:ea typeface="Nimbus Sans"/>
                <a:cs typeface="Nimbus Sans"/>
              </a:defRPr>
            </a:defPPr>
            <a:lvl1pPr algn="l">
              <a:buNone/>
              <a:defRPr sz="3150" b="0">
                <a:solidFill>
                  <a:srgbClr val="173D35"/>
                </a:solidFill>
                <a:latin typeface="Nimbus Sans"/>
                <a:ea typeface="Nimbus Sans"/>
                <a:cs typeface="Nimbus Sans"/>
              </a:defRPr>
            </a:lvl1pPr>
            <a:lvl2pPr algn="l">
              <a:buNone/>
              <a:defRPr sz="3150" b="0">
                <a:solidFill>
                  <a:srgbClr val="173D35"/>
                </a:solidFill>
                <a:latin typeface="Nimbus Sans"/>
                <a:ea typeface="Nimbus Sans"/>
                <a:cs typeface="Nimbus Sans"/>
              </a:defRPr>
            </a:lvl2pPr>
            <a:lvl3pPr algn="l">
              <a:buNone/>
              <a:defRPr sz="3150" b="0">
                <a:solidFill>
                  <a:srgbClr val="173D35"/>
                </a:solidFill>
                <a:latin typeface="Nimbus Sans"/>
                <a:ea typeface="Nimbus Sans"/>
                <a:cs typeface="Nimbus Sans"/>
              </a:defRPr>
            </a:lvl3pPr>
            <a:lvl4pPr algn="l">
              <a:buNone/>
              <a:defRPr sz="3150" b="0">
                <a:solidFill>
                  <a:srgbClr val="173D35"/>
                </a:solidFill>
                <a:latin typeface="Nimbus Sans"/>
                <a:ea typeface="Nimbus Sans"/>
                <a:cs typeface="Nimbus Sans"/>
              </a:defRPr>
            </a:lvl4pPr>
            <a:lvl5pPr algn="l">
              <a:buNone/>
              <a:defRPr sz="3150" b="0">
                <a:solidFill>
                  <a:srgbClr val="173D35"/>
                </a:solidFill>
                <a:latin typeface="Nimbus Sans"/>
                <a:ea typeface="Nimbus Sans"/>
                <a:cs typeface="Nimbus Sans"/>
              </a:defRPr>
            </a:lvl5pPr>
            <a:lvl6pPr algn="l">
              <a:buNone/>
              <a:defRPr sz="3150" b="0">
                <a:solidFill>
                  <a:srgbClr val="173D35"/>
                </a:solidFill>
                <a:latin typeface="Nimbus Sans"/>
                <a:ea typeface="Nimbus Sans"/>
                <a:cs typeface="Nimbus Sans"/>
              </a:defRPr>
            </a:lvl6pPr>
            <a:lvl7pPr algn="l">
              <a:buNone/>
              <a:defRPr sz="3150" b="0">
                <a:solidFill>
                  <a:srgbClr val="173D35"/>
                </a:solidFill>
                <a:latin typeface="Nimbus Sans"/>
                <a:ea typeface="Nimbus Sans"/>
                <a:cs typeface="Nimbus Sans"/>
              </a:defRPr>
            </a:lvl7pPr>
            <a:lvl8pPr algn="l">
              <a:buNone/>
              <a:defRPr sz="3150" b="0">
                <a:solidFill>
                  <a:srgbClr val="173D35"/>
                </a:solidFill>
                <a:latin typeface="Nimbus Sans"/>
                <a:ea typeface="Nimbus Sans"/>
                <a:cs typeface="Nimbus Sans"/>
              </a:defRPr>
            </a:lvl8pPr>
            <a:lvl9pPr algn="l">
              <a:buNone/>
              <a:defRPr sz="3150" b="0">
                <a:solidFill>
                  <a:srgbClr val="173D35"/>
                </a:solidFill>
                <a:latin typeface="Nimbus Sans"/>
                <a:ea typeface="Nimbus Sans"/>
                <a:cs typeface="Nimbus Sans"/>
              </a:defRPr>
            </a:lvl9pPr>
          </a:lstStyle>
          <a:p xmlns:a="http://schemas.openxmlformats.org/drawingml/2006/main">
            <a:pPr algn="l">
              <a:buNone/>
              <a:defRPr sz="3150" b="0">
                <a:solidFill>
                  <a:srgbClr val="173D35"/>
                </a:solidFill>
                <a:latin typeface="Nimbus Sans"/>
                <a:ea typeface="Nimbus Sans"/>
                <a:cs typeface="Nimbus Sans"/>
              </a:defRPr>
            </a:pPr>
            <a:r>
              <a:rPr sz="3150" b="0">
                <a:solidFill>
                  <a:srgbClr val="173D35"/>
                </a:solidFill>
                <a:latin typeface="Nimbus Sans"/>
                <a:ea typeface="Nimbus Sans"/>
                <a:cs typeface="Nimbus Sans"/>
              </a:rPr>
              <a:t>You only need one. Which would you choose?</a:t>
            </a:r>
          </a:p>
        </p:txBody>
      </p:sp>
    </p:spTree>
    <p:extLst>
      <p:ext uri="{BB962C8B-B14F-4D97-AF65-F5344CB8AC3E}">
        <p14:creationId xmlns:p14="http://schemas.microsoft.com/office/powerpoint/2010/main" val="1263678626"/>
      </p:ext>
    </p:extLst>
  </p:cSld>
</p:sld>
</file>

<file path=ppt/slides/slide17.xml><?xml version="1.0" encoding="utf-8"?>
<p:sld xmlns:p="http://schemas.openxmlformats.org/presentationml/2006/main">
  <p:cSld>
    <p:bg>
      <p:bgPr>
        <a:solidFill xmlns:a="http://schemas.openxmlformats.org/drawingml/2006/main">
          <a:srgbClr val="173D35"/>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C70609F9-7EF8-4DC2-B24F-9C03CED31F60}"/>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6F1E7"/>
                </a:solidFill>
                <a:latin typeface="Nimbus Sans"/>
                <a:ea typeface="Nimbus Sans"/>
                <a:cs typeface="Nimbus Sans"/>
              </a:defRPr>
            </a:defPPr>
            <a:lvl1pPr algn="l">
              <a:defRPr sz="3900" b="1">
                <a:solidFill>
                  <a:srgbClr val="F6F1E7"/>
                </a:solidFill>
                <a:latin typeface="Nimbus Sans"/>
                <a:ea typeface="Nimbus Sans"/>
                <a:cs typeface="Nimbus Sans"/>
              </a:defRPr>
            </a:lvl1pPr>
            <a:lvl2pPr algn="l">
              <a:defRPr sz="3900" b="1">
                <a:solidFill>
                  <a:srgbClr val="F6F1E7"/>
                </a:solidFill>
                <a:latin typeface="Nimbus Sans"/>
                <a:ea typeface="Nimbus Sans"/>
                <a:cs typeface="Nimbus Sans"/>
              </a:defRPr>
            </a:lvl2pPr>
            <a:lvl3pPr algn="l">
              <a:defRPr sz="3900" b="1">
                <a:solidFill>
                  <a:srgbClr val="F6F1E7"/>
                </a:solidFill>
                <a:latin typeface="Nimbus Sans"/>
                <a:ea typeface="Nimbus Sans"/>
                <a:cs typeface="Nimbus Sans"/>
              </a:defRPr>
            </a:lvl3pPr>
            <a:lvl4pPr algn="l">
              <a:defRPr sz="3900" b="1">
                <a:solidFill>
                  <a:srgbClr val="F6F1E7"/>
                </a:solidFill>
                <a:latin typeface="Nimbus Sans"/>
                <a:ea typeface="Nimbus Sans"/>
                <a:cs typeface="Nimbus Sans"/>
              </a:defRPr>
            </a:lvl4pPr>
            <a:lvl5pPr algn="l">
              <a:defRPr sz="3900" b="1">
                <a:solidFill>
                  <a:srgbClr val="F6F1E7"/>
                </a:solidFill>
                <a:latin typeface="Nimbus Sans"/>
                <a:ea typeface="Nimbus Sans"/>
                <a:cs typeface="Nimbus Sans"/>
              </a:defRPr>
            </a:lvl5pPr>
            <a:lvl6pPr algn="l">
              <a:defRPr sz="3900" b="1">
                <a:solidFill>
                  <a:srgbClr val="F6F1E7"/>
                </a:solidFill>
                <a:latin typeface="Nimbus Sans"/>
                <a:ea typeface="Nimbus Sans"/>
                <a:cs typeface="Nimbus Sans"/>
              </a:defRPr>
            </a:lvl6pPr>
            <a:lvl7pPr algn="l">
              <a:defRPr sz="3900" b="1">
                <a:solidFill>
                  <a:srgbClr val="F6F1E7"/>
                </a:solidFill>
                <a:latin typeface="Nimbus Sans"/>
                <a:ea typeface="Nimbus Sans"/>
                <a:cs typeface="Nimbus Sans"/>
              </a:defRPr>
            </a:lvl7pPr>
            <a:lvl8pPr algn="l">
              <a:defRPr sz="3900" b="1">
                <a:solidFill>
                  <a:srgbClr val="F6F1E7"/>
                </a:solidFill>
                <a:latin typeface="Nimbus Sans"/>
                <a:ea typeface="Nimbus Sans"/>
                <a:cs typeface="Nimbus Sans"/>
              </a:defRPr>
            </a:lvl8pPr>
            <a:lvl9pPr algn="l">
              <a:defRPr sz="3900" b="1">
                <a:solidFill>
                  <a:srgbClr val="F6F1E7"/>
                </a:solidFill>
                <a:latin typeface="Nimbus Sans"/>
                <a:ea typeface="Nimbus Sans"/>
                <a:cs typeface="Nimbus Sans"/>
              </a:defRPr>
            </a:lvl9pPr>
          </a:lstStyle>
          <a:p xmlns:a="http://schemas.openxmlformats.org/drawingml/2006/main">
            <a:pPr algn="l">
              <a:defRPr sz="3900" b="1">
                <a:solidFill>
                  <a:srgbClr val="F6F1E7"/>
                </a:solidFill>
                <a:latin typeface="Nimbus Sans"/>
                <a:ea typeface="Nimbus Sans"/>
                <a:cs typeface="Nimbus Sans"/>
              </a:defRPr>
            </a:pPr>
            <a:r>
              <a:rPr sz="3900" b="1">
                <a:solidFill>
                  <a:srgbClr val="F6F1E7"/>
                </a:solidFill>
                <a:latin typeface="Nimbus Sans"/>
                <a:ea typeface="Nimbus Sans"/>
                <a:cs typeface="Nimbus Sans"/>
              </a:rPr>
              <a:t>“Sale ends tonight”</a:t>
            </a:r>
          </a:p>
        </p:txBody>
      </p:sp>
      <p:sp>
        <p:nvSpPr>
          <p:cNvPr id="2" name="price">
            <a:extLst xmlns:a="http://schemas.openxmlformats.org/drawingml/2006/main">
              <a:ext uri="{FF2B5EF4-FFF2-40B4-BE49-F238E27FC236}">
                <a16:creationId xmlns:a16="http://schemas.microsoft.com/office/drawing/2014/main" id="{621A3BDB-A4F1-46D5-9426-F2034AACB1C2}"/>
              </a:ext>
            </a:extLst>
          </p:cNvPr>
          <p:cNvSpPr>
            <a:spLocks xmlns:a="http://schemas.openxmlformats.org/drawingml/2006/main" noGrp="1"/>
          </p:cNvSpPr>
          <p:nvPr/>
        </p:nvSpPr>
        <p:spPr>
          <a:xfrm xmlns:a="http://schemas.openxmlformats.org/drawingml/2006/main">
            <a:off x="685800" y="1943100"/>
            <a:ext cx="452437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0" b="1">
                <a:solidFill>
                  <a:srgbClr val="E6B84C"/>
                </a:solidFill>
                <a:latin typeface="Nimbus Sans"/>
                <a:ea typeface="Nimbus Sans"/>
                <a:cs typeface="Nimbus Sans"/>
              </a:defRPr>
            </a:defPPr>
            <a:lvl1pPr algn="l">
              <a:defRPr sz="7500" b="1">
                <a:solidFill>
                  <a:srgbClr val="E6B84C"/>
                </a:solidFill>
                <a:latin typeface="Nimbus Sans"/>
                <a:ea typeface="Nimbus Sans"/>
                <a:cs typeface="Nimbus Sans"/>
              </a:defRPr>
            </a:lvl1pPr>
            <a:lvl2pPr algn="l">
              <a:defRPr sz="7500" b="1">
                <a:solidFill>
                  <a:srgbClr val="E6B84C"/>
                </a:solidFill>
                <a:latin typeface="Nimbus Sans"/>
                <a:ea typeface="Nimbus Sans"/>
                <a:cs typeface="Nimbus Sans"/>
              </a:defRPr>
            </a:lvl2pPr>
            <a:lvl3pPr algn="l">
              <a:defRPr sz="7500" b="1">
                <a:solidFill>
                  <a:srgbClr val="E6B84C"/>
                </a:solidFill>
                <a:latin typeface="Nimbus Sans"/>
                <a:ea typeface="Nimbus Sans"/>
                <a:cs typeface="Nimbus Sans"/>
              </a:defRPr>
            </a:lvl3pPr>
            <a:lvl4pPr algn="l">
              <a:defRPr sz="7500" b="1">
                <a:solidFill>
                  <a:srgbClr val="E6B84C"/>
                </a:solidFill>
                <a:latin typeface="Nimbus Sans"/>
                <a:ea typeface="Nimbus Sans"/>
                <a:cs typeface="Nimbus Sans"/>
              </a:defRPr>
            </a:lvl4pPr>
            <a:lvl5pPr algn="l">
              <a:defRPr sz="7500" b="1">
                <a:solidFill>
                  <a:srgbClr val="E6B84C"/>
                </a:solidFill>
                <a:latin typeface="Nimbus Sans"/>
                <a:ea typeface="Nimbus Sans"/>
                <a:cs typeface="Nimbus Sans"/>
              </a:defRPr>
            </a:lvl5pPr>
            <a:lvl6pPr algn="l">
              <a:defRPr sz="7500" b="1">
                <a:solidFill>
                  <a:srgbClr val="E6B84C"/>
                </a:solidFill>
                <a:latin typeface="Nimbus Sans"/>
                <a:ea typeface="Nimbus Sans"/>
                <a:cs typeface="Nimbus Sans"/>
              </a:defRPr>
            </a:lvl6pPr>
            <a:lvl7pPr algn="l">
              <a:defRPr sz="7500" b="1">
                <a:solidFill>
                  <a:srgbClr val="E6B84C"/>
                </a:solidFill>
                <a:latin typeface="Nimbus Sans"/>
                <a:ea typeface="Nimbus Sans"/>
                <a:cs typeface="Nimbus Sans"/>
              </a:defRPr>
            </a:lvl7pPr>
            <a:lvl8pPr algn="l">
              <a:defRPr sz="7500" b="1">
                <a:solidFill>
                  <a:srgbClr val="E6B84C"/>
                </a:solidFill>
                <a:latin typeface="Nimbus Sans"/>
                <a:ea typeface="Nimbus Sans"/>
                <a:cs typeface="Nimbus Sans"/>
              </a:defRPr>
            </a:lvl8pPr>
            <a:lvl9pPr algn="l">
              <a:defRPr sz="7500" b="1">
                <a:solidFill>
                  <a:srgbClr val="E6B84C"/>
                </a:solidFill>
                <a:latin typeface="Nimbus Sans"/>
                <a:ea typeface="Nimbus Sans"/>
                <a:cs typeface="Nimbus Sans"/>
              </a:defRPr>
            </a:lvl9pPr>
          </a:lstStyle>
          <a:p xmlns:a="http://schemas.openxmlformats.org/drawingml/2006/main">
            <a:pPr algn="l">
              <a:defRPr sz="7500" b="1">
                <a:solidFill>
                  <a:srgbClr val="E6B84C"/>
                </a:solidFill>
                <a:latin typeface="Nimbus Sans"/>
                <a:ea typeface="Nimbus Sans"/>
                <a:cs typeface="Nimbus Sans"/>
              </a:defRPr>
            </a:pPr>
            <a:r>
              <a:rPr sz="7500" b="1">
                <a:solidFill>
                  <a:srgbClr val="E6B84C"/>
                </a:solidFill>
                <a:latin typeface="Nimbus Sans"/>
                <a:ea typeface="Nimbus Sans"/>
                <a:cs typeface="Nimbus Sans"/>
              </a:rPr>
              <a:t>$8</a:t>
            </a:r>
          </a:p>
        </p:txBody>
      </p:sp>
      <p:sp>
        <p:nvSpPr>
          <p:cNvPr id="3" name="context">
            <a:extLst xmlns:a="http://schemas.openxmlformats.org/drawingml/2006/main">
              <a:ext uri="{FF2B5EF4-FFF2-40B4-BE49-F238E27FC236}">
                <a16:creationId xmlns:a16="http://schemas.microsoft.com/office/drawing/2014/main" id="{A91733E6-9D00-4E08-81A2-30D9BB220724}"/>
              </a:ext>
            </a:extLst>
          </p:cNvPr>
          <p:cNvSpPr>
            <a:spLocks xmlns:a="http://schemas.openxmlformats.org/drawingml/2006/main" noGrp="1"/>
          </p:cNvSpPr>
          <p:nvPr/>
        </p:nvSpPr>
        <p:spPr>
          <a:xfrm xmlns:a="http://schemas.openxmlformats.org/drawingml/2006/main">
            <a:off x="685800" y="3629025"/>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F6F1E7"/>
                </a:solidFill>
                <a:latin typeface="Nimbus Sans"/>
                <a:ea typeface="Nimbus Sans"/>
                <a:cs typeface="Nimbus Sans"/>
              </a:defRPr>
            </a:defPPr>
            <a:lvl1pPr algn="l">
              <a:defRPr sz="3375" b="0">
                <a:solidFill>
                  <a:srgbClr val="F6F1E7"/>
                </a:solidFill>
                <a:latin typeface="Nimbus Sans"/>
                <a:ea typeface="Nimbus Sans"/>
                <a:cs typeface="Nimbus Sans"/>
              </a:defRPr>
            </a:lvl1pPr>
            <a:lvl2pPr algn="l">
              <a:defRPr sz="3375" b="0">
                <a:solidFill>
                  <a:srgbClr val="F6F1E7"/>
                </a:solidFill>
                <a:latin typeface="Nimbus Sans"/>
                <a:ea typeface="Nimbus Sans"/>
                <a:cs typeface="Nimbus Sans"/>
              </a:defRPr>
            </a:lvl2pPr>
            <a:lvl3pPr algn="l">
              <a:defRPr sz="3375" b="0">
                <a:solidFill>
                  <a:srgbClr val="F6F1E7"/>
                </a:solidFill>
                <a:latin typeface="Nimbus Sans"/>
                <a:ea typeface="Nimbus Sans"/>
                <a:cs typeface="Nimbus Sans"/>
              </a:defRPr>
            </a:lvl3pPr>
            <a:lvl4pPr algn="l">
              <a:defRPr sz="3375" b="0">
                <a:solidFill>
                  <a:srgbClr val="F6F1E7"/>
                </a:solidFill>
                <a:latin typeface="Nimbus Sans"/>
                <a:ea typeface="Nimbus Sans"/>
                <a:cs typeface="Nimbus Sans"/>
              </a:defRPr>
            </a:lvl4pPr>
            <a:lvl5pPr algn="l">
              <a:defRPr sz="3375" b="0">
                <a:solidFill>
                  <a:srgbClr val="F6F1E7"/>
                </a:solidFill>
                <a:latin typeface="Nimbus Sans"/>
                <a:ea typeface="Nimbus Sans"/>
                <a:cs typeface="Nimbus Sans"/>
              </a:defRPr>
            </a:lvl5pPr>
            <a:lvl6pPr algn="l">
              <a:defRPr sz="3375" b="0">
                <a:solidFill>
                  <a:srgbClr val="F6F1E7"/>
                </a:solidFill>
                <a:latin typeface="Nimbus Sans"/>
                <a:ea typeface="Nimbus Sans"/>
                <a:cs typeface="Nimbus Sans"/>
              </a:defRPr>
            </a:lvl6pPr>
            <a:lvl7pPr algn="l">
              <a:defRPr sz="3375" b="0">
                <a:solidFill>
                  <a:srgbClr val="F6F1E7"/>
                </a:solidFill>
                <a:latin typeface="Nimbus Sans"/>
                <a:ea typeface="Nimbus Sans"/>
                <a:cs typeface="Nimbus Sans"/>
              </a:defRPr>
            </a:lvl7pPr>
            <a:lvl8pPr algn="l">
              <a:defRPr sz="3375" b="0">
                <a:solidFill>
                  <a:srgbClr val="F6F1E7"/>
                </a:solidFill>
                <a:latin typeface="Nimbus Sans"/>
                <a:ea typeface="Nimbus Sans"/>
                <a:cs typeface="Nimbus Sans"/>
              </a:defRPr>
            </a:lvl8pPr>
            <a:lvl9pPr algn="l">
              <a:defRPr sz="3375" b="0">
                <a:solidFill>
                  <a:srgbClr val="F6F1E7"/>
                </a:solidFill>
                <a:latin typeface="Nimbus Sans"/>
                <a:ea typeface="Nimbus Sans"/>
                <a:cs typeface="Nimbus Sans"/>
              </a:defRPr>
            </a:lvl9pPr>
          </a:lstStyle>
          <a:p xmlns:a="http://schemas.openxmlformats.org/drawingml/2006/main">
            <a:pPr algn="l">
              <a:defRPr sz="3375" b="0">
                <a:solidFill>
                  <a:srgbClr val="F6F1E7"/>
                </a:solidFill>
                <a:latin typeface="Nimbus Sans"/>
                <a:ea typeface="Nimbus Sans"/>
                <a:cs typeface="Nimbus Sans"/>
              </a:defRPr>
            </a:pPr>
            <a:r>
              <a:rPr sz="3375" b="0">
                <a:solidFill>
                  <a:srgbClr val="F6F1E7"/>
                </a:solidFill>
                <a:latin typeface="Nimbus Sans"/>
                <a:ea typeface="Nimbus Sans"/>
                <a:cs typeface="Nimbus Sans"/>
              </a:rPr>
              <a:t>You planned to save that $8.</a:t>
            </a:r>
          </a:p>
        </p:txBody>
      </p:sp>
      <p:sp>
        <p:nvSpPr>
          <p:cNvPr id="4" name="question">
            <a:extLst xmlns:a="http://schemas.openxmlformats.org/drawingml/2006/main">
              <a:ext uri="{FF2B5EF4-FFF2-40B4-BE49-F238E27FC236}">
                <a16:creationId xmlns:a16="http://schemas.microsoft.com/office/drawing/2014/main" id="{14FFE675-D112-4CD3-8A74-448D62EEAD0E}"/>
              </a:ext>
            </a:extLst>
          </p:cNvPr>
          <p:cNvSpPr>
            <a:spLocks xmlns:a="http://schemas.openxmlformats.org/drawingml/2006/main" noGrp="1"/>
          </p:cNvSpPr>
          <p:nvPr/>
        </p:nvSpPr>
        <p:spPr>
          <a:xfrm xmlns:a="http://schemas.openxmlformats.org/drawingml/2006/main">
            <a:off x="685800" y="4829175"/>
            <a:ext cx="1047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6F1E7"/>
                </a:solidFill>
                <a:latin typeface="Nimbus Sans"/>
                <a:ea typeface="Nimbus Sans"/>
                <a:cs typeface="Nimbus Sans"/>
              </a:defRPr>
            </a:defPPr>
            <a:lvl1pPr algn="l">
              <a:defRPr sz="3525" b="1">
                <a:solidFill>
                  <a:srgbClr val="F6F1E7"/>
                </a:solidFill>
                <a:latin typeface="Nimbus Sans"/>
                <a:ea typeface="Nimbus Sans"/>
                <a:cs typeface="Nimbus Sans"/>
              </a:defRPr>
            </a:lvl1pPr>
            <a:lvl2pPr algn="l">
              <a:defRPr sz="3525" b="1">
                <a:solidFill>
                  <a:srgbClr val="F6F1E7"/>
                </a:solidFill>
                <a:latin typeface="Nimbus Sans"/>
                <a:ea typeface="Nimbus Sans"/>
                <a:cs typeface="Nimbus Sans"/>
              </a:defRPr>
            </a:lvl2pPr>
            <a:lvl3pPr algn="l">
              <a:defRPr sz="3525" b="1">
                <a:solidFill>
                  <a:srgbClr val="F6F1E7"/>
                </a:solidFill>
                <a:latin typeface="Nimbus Sans"/>
                <a:ea typeface="Nimbus Sans"/>
                <a:cs typeface="Nimbus Sans"/>
              </a:defRPr>
            </a:lvl3pPr>
            <a:lvl4pPr algn="l">
              <a:defRPr sz="3525" b="1">
                <a:solidFill>
                  <a:srgbClr val="F6F1E7"/>
                </a:solidFill>
                <a:latin typeface="Nimbus Sans"/>
                <a:ea typeface="Nimbus Sans"/>
                <a:cs typeface="Nimbus Sans"/>
              </a:defRPr>
            </a:lvl4pPr>
            <a:lvl5pPr algn="l">
              <a:defRPr sz="3525" b="1">
                <a:solidFill>
                  <a:srgbClr val="F6F1E7"/>
                </a:solidFill>
                <a:latin typeface="Nimbus Sans"/>
                <a:ea typeface="Nimbus Sans"/>
                <a:cs typeface="Nimbus Sans"/>
              </a:defRPr>
            </a:lvl5pPr>
            <a:lvl6pPr algn="l">
              <a:defRPr sz="3525" b="1">
                <a:solidFill>
                  <a:srgbClr val="F6F1E7"/>
                </a:solidFill>
                <a:latin typeface="Nimbus Sans"/>
                <a:ea typeface="Nimbus Sans"/>
                <a:cs typeface="Nimbus Sans"/>
              </a:defRPr>
            </a:lvl6pPr>
            <a:lvl7pPr algn="l">
              <a:defRPr sz="3525" b="1">
                <a:solidFill>
                  <a:srgbClr val="F6F1E7"/>
                </a:solidFill>
                <a:latin typeface="Nimbus Sans"/>
                <a:ea typeface="Nimbus Sans"/>
                <a:cs typeface="Nimbus Sans"/>
              </a:defRPr>
            </a:lvl7pPr>
            <a:lvl8pPr algn="l">
              <a:defRPr sz="3525" b="1">
                <a:solidFill>
                  <a:srgbClr val="F6F1E7"/>
                </a:solidFill>
                <a:latin typeface="Nimbus Sans"/>
                <a:ea typeface="Nimbus Sans"/>
                <a:cs typeface="Nimbus Sans"/>
              </a:defRPr>
            </a:lvl8pPr>
            <a:lvl9pPr algn="l">
              <a:defRPr sz="3525" b="1">
                <a:solidFill>
                  <a:srgbClr val="F6F1E7"/>
                </a:solidFill>
                <a:latin typeface="Nimbus Sans"/>
                <a:ea typeface="Nimbus Sans"/>
                <a:cs typeface="Nimbus Sans"/>
              </a:defRPr>
            </a:lvl9pPr>
          </a:lstStyle>
          <a:p xmlns:a="http://schemas.openxmlformats.org/drawingml/2006/main">
            <a:pPr algn="l">
              <a:defRPr sz="3525" b="1">
                <a:solidFill>
                  <a:srgbClr val="F6F1E7"/>
                </a:solidFill>
                <a:latin typeface="Nimbus Sans"/>
                <a:ea typeface="Nimbus Sans"/>
                <a:cs typeface="Nimbus Sans"/>
              </a:defRPr>
            </a:pPr>
            <a:r>
              <a:rPr sz="3525" b="1">
                <a:solidFill>
                  <a:srgbClr val="F6F1E7"/>
                </a:solidFill>
                <a:latin typeface="Nimbus Sans"/>
                <a:ea typeface="Nimbus Sans"/>
                <a:cs typeface="Nimbus Sans"/>
              </a:rPr>
              <a:t>What would you check</a:t>
            </a:r>
          </a:p>
          <a:p xmlns:a="http://schemas.openxmlformats.org/drawingml/2006/main">
            <a:pPr algn="l">
              <a:defRPr sz="3525" b="1">
                <a:solidFill>
                  <a:srgbClr val="F6F1E7"/>
                </a:solidFill>
                <a:latin typeface="Nimbus Sans"/>
                <a:ea typeface="Nimbus Sans"/>
                <a:cs typeface="Nimbus Sans"/>
              </a:defRPr>
            </a:pPr>
            <a:r>
              <a:rPr sz="3525" b="1">
                <a:solidFill>
                  <a:srgbClr val="F6F1E7"/>
                </a:solidFill>
                <a:latin typeface="Nimbus Sans"/>
                <a:ea typeface="Nimbus Sans"/>
                <a:cs typeface="Nimbus Sans"/>
              </a:rPr>
              <a:t>before buying?</a:t>
            </a:r>
          </a:p>
        </p:txBody>
      </p:sp>
      <p:sp>
        <p:nvSpPr>
          <p:cNvPr id="5" name="page-number">
            <a:extLst xmlns:a="http://schemas.openxmlformats.org/drawingml/2006/main">
              <a:ext uri="{FF2B5EF4-FFF2-40B4-BE49-F238E27FC236}">
                <a16:creationId xmlns:a16="http://schemas.microsoft.com/office/drawing/2014/main" id="{9C1D0DC8-3BEE-45FF-8CF3-F85AFBC81B14}"/>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D8E2D9"/>
                </a:solidFill>
                <a:latin typeface="Nimbus Sans"/>
                <a:ea typeface="Nimbus Sans"/>
                <a:cs typeface="Nimbus Sans"/>
              </a:defRPr>
            </a:defPPr>
            <a:lvl1pPr algn="r">
              <a:defRPr sz="1500" b="0">
                <a:solidFill>
                  <a:srgbClr val="D8E2D9"/>
                </a:solidFill>
                <a:latin typeface="Nimbus Sans"/>
                <a:ea typeface="Nimbus Sans"/>
                <a:cs typeface="Nimbus Sans"/>
              </a:defRPr>
            </a:lvl1pPr>
            <a:lvl2pPr algn="r">
              <a:defRPr sz="1500" b="0">
                <a:solidFill>
                  <a:srgbClr val="D8E2D9"/>
                </a:solidFill>
                <a:latin typeface="Nimbus Sans"/>
                <a:ea typeface="Nimbus Sans"/>
                <a:cs typeface="Nimbus Sans"/>
              </a:defRPr>
            </a:lvl2pPr>
            <a:lvl3pPr algn="r">
              <a:defRPr sz="1500" b="0">
                <a:solidFill>
                  <a:srgbClr val="D8E2D9"/>
                </a:solidFill>
                <a:latin typeface="Nimbus Sans"/>
                <a:ea typeface="Nimbus Sans"/>
                <a:cs typeface="Nimbus Sans"/>
              </a:defRPr>
            </a:lvl3pPr>
            <a:lvl4pPr algn="r">
              <a:defRPr sz="1500" b="0">
                <a:solidFill>
                  <a:srgbClr val="D8E2D9"/>
                </a:solidFill>
                <a:latin typeface="Nimbus Sans"/>
                <a:ea typeface="Nimbus Sans"/>
                <a:cs typeface="Nimbus Sans"/>
              </a:defRPr>
            </a:lvl4pPr>
            <a:lvl5pPr algn="r">
              <a:defRPr sz="1500" b="0">
                <a:solidFill>
                  <a:srgbClr val="D8E2D9"/>
                </a:solidFill>
                <a:latin typeface="Nimbus Sans"/>
                <a:ea typeface="Nimbus Sans"/>
                <a:cs typeface="Nimbus Sans"/>
              </a:defRPr>
            </a:lvl5pPr>
            <a:lvl6pPr algn="r">
              <a:defRPr sz="1500" b="0">
                <a:solidFill>
                  <a:srgbClr val="D8E2D9"/>
                </a:solidFill>
                <a:latin typeface="Nimbus Sans"/>
                <a:ea typeface="Nimbus Sans"/>
                <a:cs typeface="Nimbus Sans"/>
              </a:defRPr>
            </a:lvl6pPr>
            <a:lvl7pPr algn="r">
              <a:defRPr sz="1500" b="0">
                <a:solidFill>
                  <a:srgbClr val="D8E2D9"/>
                </a:solidFill>
                <a:latin typeface="Nimbus Sans"/>
                <a:ea typeface="Nimbus Sans"/>
                <a:cs typeface="Nimbus Sans"/>
              </a:defRPr>
            </a:lvl7pPr>
            <a:lvl8pPr algn="r">
              <a:defRPr sz="1500" b="0">
                <a:solidFill>
                  <a:srgbClr val="D8E2D9"/>
                </a:solidFill>
                <a:latin typeface="Nimbus Sans"/>
                <a:ea typeface="Nimbus Sans"/>
                <a:cs typeface="Nimbus Sans"/>
              </a:defRPr>
            </a:lvl8pPr>
            <a:lvl9pPr algn="r">
              <a:defRPr sz="1500" b="0">
                <a:solidFill>
                  <a:srgbClr val="D8E2D9"/>
                </a:solidFill>
                <a:latin typeface="Nimbus Sans"/>
                <a:ea typeface="Nimbus Sans"/>
                <a:cs typeface="Nimbus Sans"/>
              </a:defRPr>
            </a:lvl9pPr>
          </a:lstStyle>
          <a:p xmlns:a="http://schemas.openxmlformats.org/drawingml/2006/main">
            <a:pPr algn="r">
              <a:defRPr sz="1500" b="0">
                <a:solidFill>
                  <a:srgbClr val="D8E2D9"/>
                </a:solidFill>
                <a:latin typeface="Nimbus Sans"/>
                <a:ea typeface="Nimbus Sans"/>
                <a:cs typeface="Nimbus Sans"/>
              </a:defRPr>
            </a:pPr>
            <a:r>
              <a:rPr sz="1500" b="0">
                <a:solidFill>
                  <a:srgbClr val="D8E2D9"/>
                </a:solidFill>
                <a:latin typeface="Nimbus Sans"/>
                <a:ea typeface="Nimbus Sans"/>
                <a:cs typeface="Nimbus Sans"/>
              </a:rPr>
              <a:t>17</a:t>
            </a:r>
          </a:p>
        </p:txBody>
      </p:sp>
    </p:spTree>
    <p:extLst>
      <p:ext uri="{BB962C8B-B14F-4D97-AF65-F5344CB8AC3E}">
        <p14:creationId xmlns:p14="http://schemas.microsoft.com/office/powerpoint/2010/main" val="186787083"/>
      </p:ext>
    </p:extLst>
  </p:cSld>
</p:sld>
</file>

<file path=ppt/slides/slide18.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9" name="headline">
            <a:extLst xmlns:a="http://schemas.openxmlformats.org/drawingml/2006/main">
              <a:ext uri="{FF2B5EF4-FFF2-40B4-BE49-F238E27FC236}">
                <a16:creationId xmlns:a16="http://schemas.microsoft.com/office/drawing/2014/main" id="{C8576EBB-7C7F-421B-9D80-E2E31908C31E}"/>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buNone/>
              <a:defRPr sz="3900" b="1">
                <a:solidFill>
                  <a:srgbClr val="173D35"/>
                </a:solidFill>
                <a:latin typeface="Nimbus Sans"/>
                <a:ea typeface="Nimbus Sans"/>
                <a:cs typeface="Nimbus Sans"/>
              </a:defRPr>
            </a:lvl1pPr>
            <a:lvl2pPr algn="l">
              <a:buNone/>
              <a:defRPr sz="3900" b="1">
                <a:solidFill>
                  <a:srgbClr val="173D35"/>
                </a:solidFill>
                <a:latin typeface="Nimbus Sans"/>
                <a:ea typeface="Nimbus Sans"/>
                <a:cs typeface="Nimbus Sans"/>
              </a:defRPr>
            </a:lvl2pPr>
            <a:lvl3pPr algn="l">
              <a:buNone/>
              <a:defRPr sz="3900" b="1">
                <a:solidFill>
                  <a:srgbClr val="173D35"/>
                </a:solidFill>
                <a:latin typeface="Nimbus Sans"/>
                <a:ea typeface="Nimbus Sans"/>
                <a:cs typeface="Nimbus Sans"/>
              </a:defRPr>
            </a:lvl3pPr>
            <a:lvl4pPr algn="l">
              <a:buNone/>
              <a:defRPr sz="3900" b="1">
                <a:solidFill>
                  <a:srgbClr val="173D35"/>
                </a:solidFill>
                <a:latin typeface="Nimbus Sans"/>
                <a:ea typeface="Nimbus Sans"/>
                <a:cs typeface="Nimbus Sans"/>
              </a:defRPr>
            </a:lvl4pPr>
            <a:lvl5pPr algn="l">
              <a:buNone/>
              <a:defRPr sz="3900" b="1">
                <a:solidFill>
                  <a:srgbClr val="173D35"/>
                </a:solidFill>
                <a:latin typeface="Nimbus Sans"/>
                <a:ea typeface="Nimbus Sans"/>
                <a:cs typeface="Nimbus Sans"/>
              </a:defRPr>
            </a:lvl5pPr>
            <a:lvl6pPr algn="l">
              <a:buNone/>
              <a:defRPr sz="3900" b="1">
                <a:solidFill>
                  <a:srgbClr val="173D35"/>
                </a:solidFill>
                <a:latin typeface="Nimbus Sans"/>
                <a:ea typeface="Nimbus Sans"/>
                <a:cs typeface="Nimbus Sans"/>
              </a:defRPr>
            </a:lvl6pPr>
            <a:lvl7pPr algn="l">
              <a:buNone/>
              <a:defRPr sz="3900" b="1">
                <a:solidFill>
                  <a:srgbClr val="173D35"/>
                </a:solidFill>
                <a:latin typeface="Nimbus Sans"/>
                <a:ea typeface="Nimbus Sans"/>
                <a:cs typeface="Nimbus Sans"/>
              </a:defRPr>
            </a:lvl7pPr>
            <a:lvl8pPr algn="l">
              <a:buNone/>
              <a:defRPr sz="3900" b="1">
                <a:solidFill>
                  <a:srgbClr val="173D35"/>
                </a:solidFill>
                <a:latin typeface="Nimbus Sans"/>
                <a:ea typeface="Nimbus Sans"/>
                <a:cs typeface="Nimbus Sans"/>
              </a:defRPr>
            </a:lvl8pPr>
            <a:lvl9pPr algn="l">
              <a:buNone/>
              <a:defRPr sz="3900" b="1">
                <a:solidFill>
                  <a:srgbClr val="173D35"/>
                </a:solidFill>
                <a:latin typeface="Nimbus Sans"/>
                <a:ea typeface="Nimbus Sans"/>
                <a:cs typeface="Nimbus Sans"/>
              </a:defRPr>
            </a:lvl9pPr>
          </a:lstStyle>
          <a:p xmlns:a="http://schemas.openxmlformats.org/drawingml/2006/main">
            <a:pPr algn="l">
              <a:buNone/>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A card still uses money</a:t>
            </a:r>
          </a:p>
        </p:txBody>
      </p:sp>
      <p:sp>
        <p:nvSpPr>
          <p:cNvPr id="2" name="page-number">
            <a:extLst xmlns:a="http://schemas.openxmlformats.org/drawingml/2006/main">
              <a:ext uri="{FF2B5EF4-FFF2-40B4-BE49-F238E27FC236}">
                <a16:creationId xmlns:a16="http://schemas.microsoft.com/office/drawing/2014/main" id="{762652D1-EB13-4235-9766-41B71AA5A88D}"/>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buNone/>
              <a:defRPr sz="1500" b="0">
                <a:solidFill>
                  <a:srgbClr val="55655E"/>
                </a:solidFill>
                <a:latin typeface="Nimbus Sans"/>
                <a:ea typeface="Nimbus Sans"/>
                <a:cs typeface="Nimbus Sans"/>
              </a:defRPr>
            </a:lvl1pPr>
            <a:lvl2pPr algn="r">
              <a:buNone/>
              <a:defRPr sz="1500" b="0">
                <a:solidFill>
                  <a:srgbClr val="55655E"/>
                </a:solidFill>
                <a:latin typeface="Nimbus Sans"/>
                <a:ea typeface="Nimbus Sans"/>
                <a:cs typeface="Nimbus Sans"/>
              </a:defRPr>
            </a:lvl2pPr>
            <a:lvl3pPr algn="r">
              <a:buNone/>
              <a:defRPr sz="1500" b="0">
                <a:solidFill>
                  <a:srgbClr val="55655E"/>
                </a:solidFill>
                <a:latin typeface="Nimbus Sans"/>
                <a:ea typeface="Nimbus Sans"/>
                <a:cs typeface="Nimbus Sans"/>
              </a:defRPr>
            </a:lvl3pPr>
            <a:lvl4pPr algn="r">
              <a:buNone/>
              <a:defRPr sz="1500" b="0">
                <a:solidFill>
                  <a:srgbClr val="55655E"/>
                </a:solidFill>
                <a:latin typeface="Nimbus Sans"/>
                <a:ea typeface="Nimbus Sans"/>
                <a:cs typeface="Nimbus Sans"/>
              </a:defRPr>
            </a:lvl4pPr>
            <a:lvl5pPr algn="r">
              <a:buNone/>
              <a:defRPr sz="1500" b="0">
                <a:solidFill>
                  <a:srgbClr val="55655E"/>
                </a:solidFill>
                <a:latin typeface="Nimbus Sans"/>
                <a:ea typeface="Nimbus Sans"/>
                <a:cs typeface="Nimbus Sans"/>
              </a:defRPr>
            </a:lvl5pPr>
            <a:lvl6pPr algn="r">
              <a:buNone/>
              <a:defRPr sz="1500" b="0">
                <a:solidFill>
                  <a:srgbClr val="55655E"/>
                </a:solidFill>
                <a:latin typeface="Nimbus Sans"/>
                <a:ea typeface="Nimbus Sans"/>
                <a:cs typeface="Nimbus Sans"/>
              </a:defRPr>
            </a:lvl6pPr>
            <a:lvl7pPr algn="r">
              <a:buNone/>
              <a:defRPr sz="1500" b="0">
                <a:solidFill>
                  <a:srgbClr val="55655E"/>
                </a:solidFill>
                <a:latin typeface="Nimbus Sans"/>
                <a:ea typeface="Nimbus Sans"/>
                <a:cs typeface="Nimbus Sans"/>
              </a:defRPr>
            </a:lvl7pPr>
            <a:lvl8pPr algn="r">
              <a:buNone/>
              <a:defRPr sz="1500" b="0">
                <a:solidFill>
                  <a:srgbClr val="55655E"/>
                </a:solidFill>
                <a:latin typeface="Nimbus Sans"/>
                <a:ea typeface="Nimbus Sans"/>
                <a:cs typeface="Nimbus Sans"/>
              </a:defRPr>
            </a:lvl8pPr>
            <a:lvl9pPr algn="r">
              <a:buNone/>
              <a:defRPr sz="1500" b="0">
                <a:solidFill>
                  <a:srgbClr val="55655E"/>
                </a:solidFill>
                <a:latin typeface="Nimbus Sans"/>
                <a:ea typeface="Nimbus Sans"/>
                <a:cs typeface="Nimbus Sans"/>
              </a:defRPr>
            </a:lvl9pPr>
          </a:lstStyle>
          <a:p xmlns:a="http://schemas.openxmlformats.org/drawingml/2006/main">
            <a:pPr algn="r">
              <a:buNone/>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18</a:t>
            </a:r>
          </a:p>
        </p:txBody>
      </p:sp>
      <p:sp>
        <p:nvSpPr>
          <p:cNvPr id="3" name="debit">
            <a:extLst xmlns:a="http://schemas.openxmlformats.org/drawingml/2006/main">
              <a:ext uri="{FF2B5EF4-FFF2-40B4-BE49-F238E27FC236}">
                <a16:creationId xmlns:a16="http://schemas.microsoft.com/office/drawing/2014/main" id="{F6418CF1-0D7F-4413-9100-D35D86D2BFC5}"/>
              </a:ext>
            </a:extLst>
          </p:cNvPr>
          <p:cNvSpPr>
            <a:spLocks xmlns:a="http://schemas.openxmlformats.org/drawingml/2006/main" noGrp="1"/>
          </p:cNvSpPr>
          <p:nvPr/>
        </p:nvSpPr>
        <p:spPr>
          <a:xfrm xmlns:a="http://schemas.openxmlformats.org/drawingml/2006/main">
            <a:off x="685800" y="1905000"/>
            <a:ext cx="5048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73D35"/>
                </a:solidFill>
                <a:latin typeface="Nimbus Sans"/>
                <a:ea typeface="Nimbus Sans"/>
                <a:cs typeface="Nimbus Sans"/>
              </a:defRPr>
            </a:defPPr>
            <a:lvl1pPr algn="l">
              <a:buNone/>
              <a:defRPr sz="3600" b="1">
                <a:solidFill>
                  <a:srgbClr val="173D35"/>
                </a:solidFill>
                <a:latin typeface="Nimbus Sans"/>
                <a:ea typeface="Nimbus Sans"/>
                <a:cs typeface="Nimbus Sans"/>
              </a:defRPr>
            </a:lvl1pPr>
            <a:lvl2pPr algn="l">
              <a:buNone/>
              <a:defRPr sz="3600" b="1">
                <a:solidFill>
                  <a:srgbClr val="173D35"/>
                </a:solidFill>
                <a:latin typeface="Nimbus Sans"/>
                <a:ea typeface="Nimbus Sans"/>
                <a:cs typeface="Nimbus Sans"/>
              </a:defRPr>
            </a:lvl2pPr>
            <a:lvl3pPr algn="l">
              <a:buNone/>
              <a:defRPr sz="3600" b="1">
                <a:solidFill>
                  <a:srgbClr val="173D35"/>
                </a:solidFill>
                <a:latin typeface="Nimbus Sans"/>
                <a:ea typeface="Nimbus Sans"/>
                <a:cs typeface="Nimbus Sans"/>
              </a:defRPr>
            </a:lvl3pPr>
            <a:lvl4pPr algn="l">
              <a:buNone/>
              <a:defRPr sz="3600" b="1">
                <a:solidFill>
                  <a:srgbClr val="173D35"/>
                </a:solidFill>
                <a:latin typeface="Nimbus Sans"/>
                <a:ea typeface="Nimbus Sans"/>
                <a:cs typeface="Nimbus Sans"/>
              </a:defRPr>
            </a:lvl4pPr>
            <a:lvl5pPr algn="l">
              <a:buNone/>
              <a:defRPr sz="3600" b="1">
                <a:solidFill>
                  <a:srgbClr val="173D35"/>
                </a:solidFill>
                <a:latin typeface="Nimbus Sans"/>
                <a:ea typeface="Nimbus Sans"/>
                <a:cs typeface="Nimbus Sans"/>
              </a:defRPr>
            </a:lvl5pPr>
            <a:lvl6pPr algn="l">
              <a:buNone/>
              <a:defRPr sz="3600" b="1">
                <a:solidFill>
                  <a:srgbClr val="173D35"/>
                </a:solidFill>
                <a:latin typeface="Nimbus Sans"/>
                <a:ea typeface="Nimbus Sans"/>
                <a:cs typeface="Nimbus Sans"/>
              </a:defRPr>
            </a:lvl6pPr>
            <a:lvl7pPr algn="l">
              <a:buNone/>
              <a:defRPr sz="3600" b="1">
                <a:solidFill>
                  <a:srgbClr val="173D35"/>
                </a:solidFill>
                <a:latin typeface="Nimbus Sans"/>
                <a:ea typeface="Nimbus Sans"/>
                <a:cs typeface="Nimbus Sans"/>
              </a:defRPr>
            </a:lvl7pPr>
            <a:lvl8pPr algn="l">
              <a:buNone/>
              <a:defRPr sz="3600" b="1">
                <a:solidFill>
                  <a:srgbClr val="173D35"/>
                </a:solidFill>
                <a:latin typeface="Nimbus Sans"/>
                <a:ea typeface="Nimbus Sans"/>
                <a:cs typeface="Nimbus Sans"/>
              </a:defRPr>
            </a:lvl8pPr>
            <a:lvl9pPr algn="l">
              <a:buNone/>
              <a:defRPr sz="3600" b="1">
                <a:solidFill>
                  <a:srgbClr val="173D35"/>
                </a:solidFill>
                <a:latin typeface="Nimbus Sans"/>
                <a:ea typeface="Nimbus Sans"/>
                <a:cs typeface="Nimbus Sans"/>
              </a:defRPr>
            </a:lvl9pPr>
          </a:lstStyle>
          <a:p xmlns:a="http://schemas.openxmlformats.org/drawingml/2006/main">
            <a:pPr algn="l">
              <a:buNone/>
              <a:defRPr sz="3600" b="1">
                <a:solidFill>
                  <a:srgbClr val="173D35"/>
                </a:solidFill>
                <a:latin typeface="Nimbus Sans"/>
                <a:ea typeface="Nimbus Sans"/>
                <a:cs typeface="Nimbus Sans"/>
              </a:defRPr>
            </a:pPr>
            <a:r>
              <a:rPr sz="3600" b="1">
                <a:solidFill>
                  <a:srgbClr val="173D35"/>
                </a:solidFill>
                <a:latin typeface="Nimbus Sans"/>
                <a:ea typeface="Nimbus Sans"/>
                <a:cs typeface="Nimbus Sans"/>
              </a:rPr>
              <a:t>Debit card</a:t>
            </a:r>
          </a:p>
        </p:txBody>
      </p:sp>
      <p:sp>
        <p:nvSpPr>
          <p:cNvPr id="4" name="debit-text">
            <a:extLst xmlns:a="http://schemas.openxmlformats.org/drawingml/2006/main">
              <a:ext uri="{FF2B5EF4-FFF2-40B4-BE49-F238E27FC236}">
                <a16:creationId xmlns:a16="http://schemas.microsoft.com/office/drawing/2014/main" id="{9672EB83-1326-4DE2-A927-794E3217CA6A}"/>
              </a:ext>
            </a:extLst>
          </p:cNvPr>
          <p:cNvSpPr>
            <a:spLocks xmlns:a="http://schemas.openxmlformats.org/drawingml/2006/main" noGrp="1"/>
          </p:cNvSpPr>
          <p:nvPr/>
        </p:nvSpPr>
        <p:spPr>
          <a:xfrm xmlns:a="http://schemas.openxmlformats.org/drawingml/2006/main">
            <a:off x="685800" y="2752725"/>
            <a:ext cx="5143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173D35"/>
                </a:solidFill>
                <a:latin typeface="Nimbus Sans"/>
                <a:ea typeface="Nimbus Sans"/>
                <a:cs typeface="Nimbus Sans"/>
              </a:defRPr>
            </a:defPPr>
            <a:lvl1pPr algn="l">
              <a:buNone/>
              <a:defRPr sz="2850" b="0">
                <a:solidFill>
                  <a:srgbClr val="173D35"/>
                </a:solidFill>
                <a:latin typeface="Nimbus Sans"/>
                <a:ea typeface="Nimbus Sans"/>
                <a:cs typeface="Nimbus Sans"/>
              </a:defRPr>
            </a:lvl1pPr>
            <a:lvl2pPr algn="l">
              <a:buNone/>
              <a:defRPr sz="2850" b="0">
                <a:solidFill>
                  <a:srgbClr val="173D35"/>
                </a:solidFill>
                <a:latin typeface="Nimbus Sans"/>
                <a:ea typeface="Nimbus Sans"/>
                <a:cs typeface="Nimbus Sans"/>
              </a:defRPr>
            </a:lvl2pPr>
            <a:lvl3pPr algn="l">
              <a:buNone/>
              <a:defRPr sz="2850" b="0">
                <a:solidFill>
                  <a:srgbClr val="173D35"/>
                </a:solidFill>
                <a:latin typeface="Nimbus Sans"/>
                <a:ea typeface="Nimbus Sans"/>
                <a:cs typeface="Nimbus Sans"/>
              </a:defRPr>
            </a:lvl3pPr>
            <a:lvl4pPr algn="l">
              <a:buNone/>
              <a:defRPr sz="2850" b="0">
                <a:solidFill>
                  <a:srgbClr val="173D35"/>
                </a:solidFill>
                <a:latin typeface="Nimbus Sans"/>
                <a:ea typeface="Nimbus Sans"/>
                <a:cs typeface="Nimbus Sans"/>
              </a:defRPr>
            </a:lvl4pPr>
            <a:lvl5pPr algn="l">
              <a:buNone/>
              <a:defRPr sz="2850" b="0">
                <a:solidFill>
                  <a:srgbClr val="173D35"/>
                </a:solidFill>
                <a:latin typeface="Nimbus Sans"/>
                <a:ea typeface="Nimbus Sans"/>
                <a:cs typeface="Nimbus Sans"/>
              </a:defRPr>
            </a:lvl5pPr>
            <a:lvl6pPr algn="l">
              <a:buNone/>
              <a:defRPr sz="2850" b="0">
                <a:solidFill>
                  <a:srgbClr val="173D35"/>
                </a:solidFill>
                <a:latin typeface="Nimbus Sans"/>
                <a:ea typeface="Nimbus Sans"/>
                <a:cs typeface="Nimbus Sans"/>
              </a:defRPr>
            </a:lvl6pPr>
            <a:lvl7pPr algn="l">
              <a:buNone/>
              <a:defRPr sz="2850" b="0">
                <a:solidFill>
                  <a:srgbClr val="173D35"/>
                </a:solidFill>
                <a:latin typeface="Nimbus Sans"/>
                <a:ea typeface="Nimbus Sans"/>
                <a:cs typeface="Nimbus Sans"/>
              </a:defRPr>
            </a:lvl7pPr>
            <a:lvl8pPr algn="l">
              <a:buNone/>
              <a:defRPr sz="2850" b="0">
                <a:solidFill>
                  <a:srgbClr val="173D35"/>
                </a:solidFill>
                <a:latin typeface="Nimbus Sans"/>
                <a:ea typeface="Nimbus Sans"/>
                <a:cs typeface="Nimbus Sans"/>
              </a:defRPr>
            </a:lvl8pPr>
            <a:lvl9pPr algn="l">
              <a:buNone/>
              <a:defRPr sz="2850" b="0">
                <a:solidFill>
                  <a:srgbClr val="173D35"/>
                </a:solidFill>
                <a:latin typeface="Nimbus Sans"/>
                <a:ea typeface="Nimbus Sans"/>
                <a:cs typeface="Nimbus Sans"/>
              </a:defRPr>
            </a:lvl9pPr>
          </a:lstStyle>
          <a:p xmlns:a="http://schemas.openxmlformats.org/drawingml/2006/main">
            <a:pPr algn="l">
              <a:buNone/>
              <a:defRPr sz="2850" b="0">
                <a:solidFill>
                  <a:srgbClr val="173D35"/>
                </a:solidFill>
                <a:latin typeface="Nimbus Sans"/>
                <a:ea typeface="Nimbus Sans"/>
                <a:cs typeface="Nimbus Sans"/>
              </a:defRPr>
            </a:pPr>
            <a:r>
              <a:rPr sz="2850" b="0">
                <a:solidFill>
                  <a:srgbClr val="173D35"/>
                </a:solidFill>
                <a:latin typeface="Nimbus Sans"/>
                <a:ea typeface="Nimbus Sans"/>
                <a:cs typeface="Nimbus Sans"/>
              </a:rPr>
              <a:t>Money comes from</a:t>
            </a:r>
          </a:p>
          <a:p xmlns:a="http://schemas.openxmlformats.org/drawingml/2006/main">
            <a:pPr algn="l">
              <a:buNone/>
              <a:defRPr sz="2850" b="0">
                <a:solidFill>
                  <a:srgbClr val="173D35"/>
                </a:solidFill>
                <a:latin typeface="Nimbus Sans"/>
                <a:ea typeface="Nimbus Sans"/>
                <a:cs typeface="Nimbus Sans"/>
              </a:defRPr>
            </a:pPr>
            <a:r>
              <a:rPr sz="2850" b="0">
                <a:solidFill>
                  <a:srgbClr val="173D35"/>
                </a:solidFill>
                <a:latin typeface="Nimbus Sans"/>
                <a:ea typeface="Nimbus Sans"/>
                <a:cs typeface="Nimbus Sans"/>
              </a:rPr>
              <a:t>your bank account.</a:t>
            </a:r>
          </a:p>
        </p:txBody>
      </p:sp>
      <p:sp>
        <p:nvSpPr>
          <p:cNvPr id="5" name="credit">
            <a:extLst xmlns:a="http://schemas.openxmlformats.org/drawingml/2006/main">
              <a:ext uri="{FF2B5EF4-FFF2-40B4-BE49-F238E27FC236}">
                <a16:creationId xmlns:a16="http://schemas.microsoft.com/office/drawing/2014/main" id="{8B1F2999-7A6D-42BF-89EC-2D53187E7697}"/>
              </a:ext>
            </a:extLst>
          </p:cNvPr>
          <p:cNvSpPr>
            <a:spLocks xmlns:a="http://schemas.openxmlformats.org/drawingml/2006/main" noGrp="1"/>
          </p:cNvSpPr>
          <p:nvPr/>
        </p:nvSpPr>
        <p:spPr>
          <a:xfrm xmlns:a="http://schemas.openxmlformats.org/drawingml/2006/main">
            <a:off x="6705600" y="1905000"/>
            <a:ext cx="4857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A3432C"/>
                </a:solidFill>
                <a:latin typeface="Nimbus Sans"/>
                <a:ea typeface="Nimbus Sans"/>
                <a:cs typeface="Nimbus Sans"/>
              </a:defRPr>
            </a:defPPr>
            <a:lvl1pPr algn="l">
              <a:buNone/>
              <a:defRPr sz="3600" b="1">
                <a:solidFill>
                  <a:srgbClr val="A3432C"/>
                </a:solidFill>
                <a:latin typeface="Nimbus Sans"/>
                <a:ea typeface="Nimbus Sans"/>
                <a:cs typeface="Nimbus Sans"/>
              </a:defRPr>
            </a:lvl1pPr>
            <a:lvl2pPr algn="l">
              <a:buNone/>
              <a:defRPr sz="3600" b="1">
                <a:solidFill>
                  <a:srgbClr val="A3432C"/>
                </a:solidFill>
                <a:latin typeface="Nimbus Sans"/>
                <a:ea typeface="Nimbus Sans"/>
                <a:cs typeface="Nimbus Sans"/>
              </a:defRPr>
            </a:lvl2pPr>
            <a:lvl3pPr algn="l">
              <a:buNone/>
              <a:defRPr sz="3600" b="1">
                <a:solidFill>
                  <a:srgbClr val="A3432C"/>
                </a:solidFill>
                <a:latin typeface="Nimbus Sans"/>
                <a:ea typeface="Nimbus Sans"/>
                <a:cs typeface="Nimbus Sans"/>
              </a:defRPr>
            </a:lvl3pPr>
            <a:lvl4pPr algn="l">
              <a:buNone/>
              <a:defRPr sz="3600" b="1">
                <a:solidFill>
                  <a:srgbClr val="A3432C"/>
                </a:solidFill>
                <a:latin typeface="Nimbus Sans"/>
                <a:ea typeface="Nimbus Sans"/>
                <a:cs typeface="Nimbus Sans"/>
              </a:defRPr>
            </a:lvl4pPr>
            <a:lvl5pPr algn="l">
              <a:buNone/>
              <a:defRPr sz="3600" b="1">
                <a:solidFill>
                  <a:srgbClr val="A3432C"/>
                </a:solidFill>
                <a:latin typeface="Nimbus Sans"/>
                <a:ea typeface="Nimbus Sans"/>
                <a:cs typeface="Nimbus Sans"/>
              </a:defRPr>
            </a:lvl5pPr>
            <a:lvl6pPr algn="l">
              <a:buNone/>
              <a:defRPr sz="3600" b="1">
                <a:solidFill>
                  <a:srgbClr val="A3432C"/>
                </a:solidFill>
                <a:latin typeface="Nimbus Sans"/>
                <a:ea typeface="Nimbus Sans"/>
                <a:cs typeface="Nimbus Sans"/>
              </a:defRPr>
            </a:lvl6pPr>
            <a:lvl7pPr algn="l">
              <a:buNone/>
              <a:defRPr sz="3600" b="1">
                <a:solidFill>
                  <a:srgbClr val="A3432C"/>
                </a:solidFill>
                <a:latin typeface="Nimbus Sans"/>
                <a:ea typeface="Nimbus Sans"/>
                <a:cs typeface="Nimbus Sans"/>
              </a:defRPr>
            </a:lvl7pPr>
            <a:lvl8pPr algn="l">
              <a:buNone/>
              <a:defRPr sz="3600" b="1">
                <a:solidFill>
                  <a:srgbClr val="A3432C"/>
                </a:solidFill>
                <a:latin typeface="Nimbus Sans"/>
                <a:ea typeface="Nimbus Sans"/>
                <a:cs typeface="Nimbus Sans"/>
              </a:defRPr>
            </a:lvl8pPr>
            <a:lvl9pPr algn="l">
              <a:buNone/>
              <a:defRPr sz="3600" b="1">
                <a:solidFill>
                  <a:srgbClr val="A3432C"/>
                </a:solidFill>
                <a:latin typeface="Nimbus Sans"/>
                <a:ea typeface="Nimbus Sans"/>
                <a:cs typeface="Nimbus Sans"/>
              </a:defRPr>
            </a:lvl9pPr>
          </a:lstStyle>
          <a:p xmlns:a="http://schemas.openxmlformats.org/drawingml/2006/main">
            <a:pPr algn="l">
              <a:buNone/>
              <a:defRPr sz="3600" b="1">
                <a:solidFill>
                  <a:srgbClr val="A3432C"/>
                </a:solidFill>
                <a:latin typeface="Nimbus Sans"/>
                <a:ea typeface="Nimbus Sans"/>
                <a:cs typeface="Nimbus Sans"/>
              </a:defRPr>
            </a:pPr>
            <a:r>
              <a:rPr sz="3600" b="1">
                <a:solidFill>
                  <a:srgbClr val="A3432C"/>
                </a:solidFill>
                <a:latin typeface="Nimbus Sans"/>
                <a:ea typeface="Nimbus Sans"/>
                <a:cs typeface="Nimbus Sans"/>
              </a:rPr>
              <a:t>Credit card</a:t>
            </a:r>
          </a:p>
        </p:txBody>
      </p:sp>
      <p:sp>
        <p:nvSpPr>
          <p:cNvPr id="6" name="credit-text">
            <a:extLst xmlns:a="http://schemas.openxmlformats.org/drawingml/2006/main">
              <a:ext uri="{FF2B5EF4-FFF2-40B4-BE49-F238E27FC236}">
                <a16:creationId xmlns:a16="http://schemas.microsoft.com/office/drawing/2014/main" id="{A9B7B9C7-B720-42FA-8853-3866B9BA7B3C}"/>
              </a:ext>
            </a:extLst>
          </p:cNvPr>
          <p:cNvSpPr>
            <a:spLocks xmlns:a="http://schemas.openxmlformats.org/drawingml/2006/main" noGrp="1"/>
          </p:cNvSpPr>
          <p:nvPr/>
        </p:nvSpPr>
        <p:spPr>
          <a:xfrm xmlns:a="http://schemas.openxmlformats.org/drawingml/2006/main">
            <a:off x="6705600" y="2752725"/>
            <a:ext cx="481012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173D35"/>
                </a:solidFill>
                <a:latin typeface="Nimbus Sans"/>
                <a:ea typeface="Nimbus Sans"/>
                <a:cs typeface="Nimbus Sans"/>
              </a:defRPr>
            </a:defPPr>
            <a:lvl1pPr algn="l">
              <a:buNone/>
              <a:defRPr sz="2850" b="0">
                <a:solidFill>
                  <a:srgbClr val="173D35"/>
                </a:solidFill>
                <a:latin typeface="Nimbus Sans"/>
                <a:ea typeface="Nimbus Sans"/>
                <a:cs typeface="Nimbus Sans"/>
              </a:defRPr>
            </a:lvl1pPr>
            <a:lvl2pPr algn="l">
              <a:buNone/>
              <a:defRPr sz="2850" b="0">
                <a:solidFill>
                  <a:srgbClr val="173D35"/>
                </a:solidFill>
                <a:latin typeface="Nimbus Sans"/>
                <a:ea typeface="Nimbus Sans"/>
                <a:cs typeface="Nimbus Sans"/>
              </a:defRPr>
            </a:lvl2pPr>
            <a:lvl3pPr algn="l">
              <a:buNone/>
              <a:defRPr sz="2850" b="0">
                <a:solidFill>
                  <a:srgbClr val="173D35"/>
                </a:solidFill>
                <a:latin typeface="Nimbus Sans"/>
                <a:ea typeface="Nimbus Sans"/>
                <a:cs typeface="Nimbus Sans"/>
              </a:defRPr>
            </a:lvl3pPr>
            <a:lvl4pPr algn="l">
              <a:buNone/>
              <a:defRPr sz="2850" b="0">
                <a:solidFill>
                  <a:srgbClr val="173D35"/>
                </a:solidFill>
                <a:latin typeface="Nimbus Sans"/>
                <a:ea typeface="Nimbus Sans"/>
                <a:cs typeface="Nimbus Sans"/>
              </a:defRPr>
            </a:lvl4pPr>
            <a:lvl5pPr algn="l">
              <a:buNone/>
              <a:defRPr sz="2850" b="0">
                <a:solidFill>
                  <a:srgbClr val="173D35"/>
                </a:solidFill>
                <a:latin typeface="Nimbus Sans"/>
                <a:ea typeface="Nimbus Sans"/>
                <a:cs typeface="Nimbus Sans"/>
              </a:defRPr>
            </a:lvl5pPr>
            <a:lvl6pPr algn="l">
              <a:buNone/>
              <a:defRPr sz="2850" b="0">
                <a:solidFill>
                  <a:srgbClr val="173D35"/>
                </a:solidFill>
                <a:latin typeface="Nimbus Sans"/>
                <a:ea typeface="Nimbus Sans"/>
                <a:cs typeface="Nimbus Sans"/>
              </a:defRPr>
            </a:lvl6pPr>
            <a:lvl7pPr algn="l">
              <a:buNone/>
              <a:defRPr sz="2850" b="0">
                <a:solidFill>
                  <a:srgbClr val="173D35"/>
                </a:solidFill>
                <a:latin typeface="Nimbus Sans"/>
                <a:ea typeface="Nimbus Sans"/>
                <a:cs typeface="Nimbus Sans"/>
              </a:defRPr>
            </a:lvl7pPr>
            <a:lvl8pPr algn="l">
              <a:buNone/>
              <a:defRPr sz="2850" b="0">
                <a:solidFill>
                  <a:srgbClr val="173D35"/>
                </a:solidFill>
                <a:latin typeface="Nimbus Sans"/>
                <a:ea typeface="Nimbus Sans"/>
                <a:cs typeface="Nimbus Sans"/>
              </a:defRPr>
            </a:lvl8pPr>
            <a:lvl9pPr algn="l">
              <a:buNone/>
              <a:defRPr sz="2850" b="0">
                <a:solidFill>
                  <a:srgbClr val="173D35"/>
                </a:solidFill>
                <a:latin typeface="Nimbus Sans"/>
                <a:ea typeface="Nimbus Sans"/>
                <a:cs typeface="Nimbus Sans"/>
              </a:defRPr>
            </a:lvl9pPr>
          </a:lstStyle>
          <a:p xmlns:a="http://schemas.openxmlformats.org/drawingml/2006/main">
            <a:pPr algn="l">
              <a:buNone/>
              <a:defRPr sz="2850" b="0">
                <a:solidFill>
                  <a:srgbClr val="173D35"/>
                </a:solidFill>
                <a:latin typeface="Nimbus Sans"/>
                <a:ea typeface="Nimbus Sans"/>
                <a:cs typeface="Nimbus Sans"/>
              </a:defRPr>
            </a:pPr>
            <a:r>
              <a:rPr sz="2850" b="0">
                <a:solidFill>
                  <a:srgbClr val="173D35"/>
                </a:solidFill>
                <a:latin typeface="Nimbus Sans"/>
                <a:ea typeface="Nimbus Sans"/>
                <a:cs typeface="Nimbus Sans"/>
              </a:rPr>
              <a:t>You borrow money</a:t>
            </a:r>
          </a:p>
          <a:p xmlns:a="http://schemas.openxmlformats.org/drawingml/2006/main">
            <a:pPr algn="l">
              <a:buNone/>
              <a:defRPr sz="2850" b="0">
                <a:solidFill>
                  <a:srgbClr val="173D35"/>
                </a:solidFill>
                <a:latin typeface="Nimbus Sans"/>
                <a:ea typeface="Nimbus Sans"/>
                <a:cs typeface="Nimbus Sans"/>
              </a:defRPr>
            </a:pPr>
            <a:r>
              <a:rPr sz="2850" b="0">
                <a:solidFill>
                  <a:srgbClr val="173D35"/>
                </a:solidFill>
                <a:latin typeface="Nimbus Sans"/>
                <a:ea typeface="Nimbus Sans"/>
                <a:cs typeface="Nimbus Sans"/>
              </a:rPr>
              <a:t>and have to repay it.</a:t>
            </a:r>
          </a:p>
        </p:txBody>
      </p:sp>
      <p:sp>
        <p:nvSpPr>
          <p:cNvPr id="7" name="example">
            <a:extLst xmlns:a="http://schemas.openxmlformats.org/drawingml/2006/main">
              <a:ext uri="{FF2B5EF4-FFF2-40B4-BE49-F238E27FC236}">
                <a16:creationId xmlns:a16="http://schemas.microsoft.com/office/drawing/2014/main" id="{66C24B50-BC8A-41CE-A9D8-A644156D22B3}"/>
              </a:ext>
            </a:extLst>
          </p:cNvPr>
          <p:cNvSpPr>
            <a:spLocks xmlns:a="http://schemas.openxmlformats.org/drawingml/2006/main" noGrp="1"/>
          </p:cNvSpPr>
          <p:nvPr/>
        </p:nvSpPr>
        <p:spPr>
          <a:xfrm xmlns:a="http://schemas.openxmlformats.org/drawingml/2006/main">
            <a:off x="685800" y="4648200"/>
            <a:ext cx="10668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D35"/>
                </a:solidFill>
                <a:latin typeface="Nimbus Sans"/>
                <a:ea typeface="Nimbus Sans"/>
                <a:cs typeface="Nimbus Sans"/>
              </a:defRPr>
            </a:defPPr>
            <a:lvl1pPr algn="l">
              <a:buNone/>
              <a:defRPr sz="3225" b="1">
                <a:solidFill>
                  <a:srgbClr val="173D35"/>
                </a:solidFill>
                <a:latin typeface="Nimbus Sans"/>
                <a:ea typeface="Nimbus Sans"/>
                <a:cs typeface="Nimbus Sans"/>
              </a:defRPr>
            </a:lvl1pPr>
            <a:lvl2pPr algn="l">
              <a:buNone/>
              <a:defRPr sz="3225" b="1">
                <a:solidFill>
                  <a:srgbClr val="173D35"/>
                </a:solidFill>
                <a:latin typeface="Nimbus Sans"/>
                <a:ea typeface="Nimbus Sans"/>
                <a:cs typeface="Nimbus Sans"/>
              </a:defRPr>
            </a:lvl2pPr>
            <a:lvl3pPr algn="l">
              <a:buNone/>
              <a:defRPr sz="3225" b="1">
                <a:solidFill>
                  <a:srgbClr val="173D35"/>
                </a:solidFill>
                <a:latin typeface="Nimbus Sans"/>
                <a:ea typeface="Nimbus Sans"/>
                <a:cs typeface="Nimbus Sans"/>
              </a:defRPr>
            </a:lvl3pPr>
            <a:lvl4pPr algn="l">
              <a:buNone/>
              <a:defRPr sz="3225" b="1">
                <a:solidFill>
                  <a:srgbClr val="173D35"/>
                </a:solidFill>
                <a:latin typeface="Nimbus Sans"/>
                <a:ea typeface="Nimbus Sans"/>
                <a:cs typeface="Nimbus Sans"/>
              </a:defRPr>
            </a:lvl4pPr>
            <a:lvl5pPr algn="l">
              <a:buNone/>
              <a:defRPr sz="3225" b="1">
                <a:solidFill>
                  <a:srgbClr val="173D35"/>
                </a:solidFill>
                <a:latin typeface="Nimbus Sans"/>
                <a:ea typeface="Nimbus Sans"/>
                <a:cs typeface="Nimbus Sans"/>
              </a:defRPr>
            </a:lvl5pPr>
            <a:lvl6pPr algn="l">
              <a:buNone/>
              <a:defRPr sz="3225" b="1">
                <a:solidFill>
                  <a:srgbClr val="173D35"/>
                </a:solidFill>
                <a:latin typeface="Nimbus Sans"/>
                <a:ea typeface="Nimbus Sans"/>
                <a:cs typeface="Nimbus Sans"/>
              </a:defRPr>
            </a:lvl6pPr>
            <a:lvl7pPr algn="l">
              <a:buNone/>
              <a:defRPr sz="3225" b="1">
                <a:solidFill>
                  <a:srgbClr val="173D35"/>
                </a:solidFill>
                <a:latin typeface="Nimbus Sans"/>
                <a:ea typeface="Nimbus Sans"/>
                <a:cs typeface="Nimbus Sans"/>
              </a:defRPr>
            </a:lvl7pPr>
            <a:lvl8pPr algn="l">
              <a:buNone/>
              <a:defRPr sz="3225" b="1">
                <a:solidFill>
                  <a:srgbClr val="173D35"/>
                </a:solidFill>
                <a:latin typeface="Nimbus Sans"/>
                <a:ea typeface="Nimbus Sans"/>
                <a:cs typeface="Nimbus Sans"/>
              </a:defRPr>
            </a:lvl8pPr>
            <a:lvl9pPr algn="l">
              <a:buNone/>
              <a:defRPr sz="3225" b="1">
                <a:solidFill>
                  <a:srgbClr val="173D35"/>
                </a:solidFill>
                <a:latin typeface="Nimbus Sans"/>
                <a:ea typeface="Nimbus Sans"/>
                <a:cs typeface="Nimbus Sans"/>
              </a:defRPr>
            </a:lvl9pPr>
          </a:lstStyle>
          <a:p xmlns:a="http://schemas.openxmlformats.org/drawingml/2006/main">
            <a:pPr algn="l">
              <a:buNone/>
              <a:defRPr sz="3225" b="1">
                <a:solidFill>
                  <a:srgbClr val="173D35"/>
                </a:solidFill>
                <a:latin typeface="Nimbus Sans"/>
                <a:ea typeface="Nimbus Sans"/>
                <a:cs typeface="Nimbus Sans"/>
              </a:defRPr>
            </a:pPr>
            <a:r>
              <a:rPr sz="3225" b="1">
                <a:solidFill>
                  <a:srgbClr val="173D35"/>
                </a:solidFill>
                <a:latin typeface="Nimbus Sans"/>
                <a:ea typeface="Nimbus Sans"/>
                <a:cs typeface="Nimbus Sans"/>
              </a:rPr>
              <a:t>Borrow $10 + $1 interest = repay $11</a:t>
            </a:r>
          </a:p>
        </p:txBody>
      </p:sp>
      <p:sp>
        <p:nvSpPr>
          <p:cNvPr id="8" name="footnote">
            <a:extLst xmlns:a="http://schemas.openxmlformats.org/drawingml/2006/main">
              <a:ext uri="{FF2B5EF4-FFF2-40B4-BE49-F238E27FC236}">
                <a16:creationId xmlns:a16="http://schemas.microsoft.com/office/drawing/2014/main" id="{8587662A-352B-446E-9BA3-1181C4AFB1CB}"/>
              </a:ext>
            </a:extLst>
          </p:cNvPr>
          <p:cNvSpPr>
            <a:spLocks xmlns:a="http://schemas.openxmlformats.org/drawingml/2006/main" noGrp="1"/>
          </p:cNvSpPr>
          <p:nvPr/>
        </p:nvSpPr>
        <p:spPr>
          <a:xfrm xmlns:a="http://schemas.openxmlformats.org/drawingml/2006/main">
            <a:off x="685800" y="5781675"/>
            <a:ext cx="1062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5655E"/>
                </a:solidFill>
                <a:latin typeface="Nimbus Sans"/>
                <a:ea typeface="Nimbus Sans"/>
                <a:cs typeface="Nimbus Sans"/>
              </a:defRPr>
            </a:defPPr>
            <a:lvl1pPr algn="l">
              <a:buNone/>
              <a:defRPr sz="1875" b="0">
                <a:solidFill>
                  <a:srgbClr val="55655E"/>
                </a:solidFill>
                <a:latin typeface="Nimbus Sans"/>
                <a:ea typeface="Nimbus Sans"/>
                <a:cs typeface="Nimbus Sans"/>
              </a:defRPr>
            </a:lvl1pPr>
            <a:lvl2pPr algn="l">
              <a:buNone/>
              <a:defRPr sz="1875" b="0">
                <a:solidFill>
                  <a:srgbClr val="55655E"/>
                </a:solidFill>
                <a:latin typeface="Nimbus Sans"/>
                <a:ea typeface="Nimbus Sans"/>
                <a:cs typeface="Nimbus Sans"/>
              </a:defRPr>
            </a:lvl2pPr>
            <a:lvl3pPr algn="l">
              <a:buNone/>
              <a:defRPr sz="1875" b="0">
                <a:solidFill>
                  <a:srgbClr val="55655E"/>
                </a:solidFill>
                <a:latin typeface="Nimbus Sans"/>
                <a:ea typeface="Nimbus Sans"/>
                <a:cs typeface="Nimbus Sans"/>
              </a:defRPr>
            </a:lvl3pPr>
            <a:lvl4pPr algn="l">
              <a:buNone/>
              <a:defRPr sz="1875" b="0">
                <a:solidFill>
                  <a:srgbClr val="55655E"/>
                </a:solidFill>
                <a:latin typeface="Nimbus Sans"/>
                <a:ea typeface="Nimbus Sans"/>
                <a:cs typeface="Nimbus Sans"/>
              </a:defRPr>
            </a:lvl4pPr>
            <a:lvl5pPr algn="l">
              <a:buNone/>
              <a:defRPr sz="1875" b="0">
                <a:solidFill>
                  <a:srgbClr val="55655E"/>
                </a:solidFill>
                <a:latin typeface="Nimbus Sans"/>
                <a:ea typeface="Nimbus Sans"/>
                <a:cs typeface="Nimbus Sans"/>
              </a:defRPr>
            </a:lvl5pPr>
            <a:lvl6pPr algn="l">
              <a:buNone/>
              <a:defRPr sz="1875" b="0">
                <a:solidFill>
                  <a:srgbClr val="55655E"/>
                </a:solidFill>
                <a:latin typeface="Nimbus Sans"/>
                <a:ea typeface="Nimbus Sans"/>
                <a:cs typeface="Nimbus Sans"/>
              </a:defRPr>
            </a:lvl6pPr>
            <a:lvl7pPr algn="l">
              <a:buNone/>
              <a:defRPr sz="1875" b="0">
                <a:solidFill>
                  <a:srgbClr val="55655E"/>
                </a:solidFill>
                <a:latin typeface="Nimbus Sans"/>
                <a:ea typeface="Nimbus Sans"/>
                <a:cs typeface="Nimbus Sans"/>
              </a:defRPr>
            </a:lvl7pPr>
            <a:lvl8pPr algn="l">
              <a:buNone/>
              <a:defRPr sz="1875" b="0">
                <a:solidFill>
                  <a:srgbClr val="55655E"/>
                </a:solidFill>
                <a:latin typeface="Nimbus Sans"/>
                <a:ea typeface="Nimbus Sans"/>
                <a:cs typeface="Nimbus Sans"/>
              </a:defRPr>
            </a:lvl8pPr>
            <a:lvl9pPr algn="l">
              <a:buNone/>
              <a:defRPr sz="1875" b="0">
                <a:solidFill>
                  <a:srgbClr val="55655E"/>
                </a:solidFill>
                <a:latin typeface="Nimbus Sans"/>
                <a:ea typeface="Nimbus Sans"/>
                <a:cs typeface="Nimbus Sans"/>
              </a:defRPr>
            </a:lvl9pPr>
          </a:lstStyle>
          <a:p xmlns:a="http://schemas.openxmlformats.org/drawingml/2006/main">
            <a:pPr algn="l">
              <a:buNone/>
              <a:defRPr sz="1875" b="0">
                <a:solidFill>
                  <a:srgbClr val="55655E"/>
                </a:solidFill>
                <a:latin typeface="Nimbus Sans"/>
                <a:ea typeface="Nimbus Sans"/>
                <a:cs typeface="Nimbus Sans"/>
              </a:defRPr>
            </a:pPr>
            <a:r>
              <a:rPr sz="1875" b="0">
                <a:solidFill>
                  <a:srgbClr val="55655E"/>
                </a:solidFill>
                <a:latin typeface="Nimbus Sans"/>
                <a:ea typeface="Nimbus Sans"/>
                <a:cs typeface="Nimbus Sans"/>
              </a:rPr>
              <a:t>Interest is an extra cost of borrowing. This is a pretend example.</a:t>
            </a:r>
          </a:p>
        </p:txBody>
      </p:sp>
    </p:spTree>
    <p:extLst>
      <p:ext uri="{BB962C8B-B14F-4D97-AF65-F5344CB8AC3E}">
        <p14:creationId xmlns:p14="http://schemas.microsoft.com/office/powerpoint/2010/main" val="1078259230"/>
      </p:ext>
    </p:extLst>
  </p:cSld>
</p:sld>
</file>

<file path=ppt/slides/slide19.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7" name="headline">
            <a:extLst xmlns:a="http://schemas.openxmlformats.org/drawingml/2006/main">
              <a:ext uri="{FF2B5EF4-FFF2-40B4-BE49-F238E27FC236}">
                <a16:creationId xmlns:a16="http://schemas.microsoft.com/office/drawing/2014/main" id="{F38EE0CB-A197-4B12-8FDE-B28CE93D85A0}"/>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buNone/>
              <a:defRPr sz="3900" b="1">
                <a:solidFill>
                  <a:srgbClr val="173D35"/>
                </a:solidFill>
                <a:latin typeface="Nimbus Sans"/>
                <a:ea typeface="Nimbus Sans"/>
                <a:cs typeface="Nimbus Sans"/>
              </a:defRPr>
            </a:lvl1pPr>
            <a:lvl2pPr algn="l">
              <a:buNone/>
              <a:defRPr sz="3900" b="1">
                <a:solidFill>
                  <a:srgbClr val="173D35"/>
                </a:solidFill>
                <a:latin typeface="Nimbus Sans"/>
                <a:ea typeface="Nimbus Sans"/>
                <a:cs typeface="Nimbus Sans"/>
              </a:defRPr>
            </a:lvl2pPr>
            <a:lvl3pPr algn="l">
              <a:buNone/>
              <a:defRPr sz="3900" b="1">
                <a:solidFill>
                  <a:srgbClr val="173D35"/>
                </a:solidFill>
                <a:latin typeface="Nimbus Sans"/>
                <a:ea typeface="Nimbus Sans"/>
                <a:cs typeface="Nimbus Sans"/>
              </a:defRPr>
            </a:lvl3pPr>
            <a:lvl4pPr algn="l">
              <a:buNone/>
              <a:defRPr sz="3900" b="1">
                <a:solidFill>
                  <a:srgbClr val="173D35"/>
                </a:solidFill>
                <a:latin typeface="Nimbus Sans"/>
                <a:ea typeface="Nimbus Sans"/>
                <a:cs typeface="Nimbus Sans"/>
              </a:defRPr>
            </a:lvl4pPr>
            <a:lvl5pPr algn="l">
              <a:buNone/>
              <a:defRPr sz="3900" b="1">
                <a:solidFill>
                  <a:srgbClr val="173D35"/>
                </a:solidFill>
                <a:latin typeface="Nimbus Sans"/>
                <a:ea typeface="Nimbus Sans"/>
                <a:cs typeface="Nimbus Sans"/>
              </a:defRPr>
            </a:lvl5pPr>
            <a:lvl6pPr algn="l">
              <a:buNone/>
              <a:defRPr sz="3900" b="1">
                <a:solidFill>
                  <a:srgbClr val="173D35"/>
                </a:solidFill>
                <a:latin typeface="Nimbus Sans"/>
                <a:ea typeface="Nimbus Sans"/>
                <a:cs typeface="Nimbus Sans"/>
              </a:defRPr>
            </a:lvl6pPr>
            <a:lvl7pPr algn="l">
              <a:buNone/>
              <a:defRPr sz="3900" b="1">
                <a:solidFill>
                  <a:srgbClr val="173D35"/>
                </a:solidFill>
                <a:latin typeface="Nimbus Sans"/>
                <a:ea typeface="Nimbus Sans"/>
                <a:cs typeface="Nimbus Sans"/>
              </a:defRPr>
            </a:lvl7pPr>
            <a:lvl8pPr algn="l">
              <a:buNone/>
              <a:defRPr sz="3900" b="1">
                <a:solidFill>
                  <a:srgbClr val="173D35"/>
                </a:solidFill>
                <a:latin typeface="Nimbus Sans"/>
                <a:ea typeface="Nimbus Sans"/>
                <a:cs typeface="Nimbus Sans"/>
              </a:defRPr>
            </a:lvl8pPr>
            <a:lvl9pPr algn="l">
              <a:buNone/>
              <a:defRPr sz="3900" b="1">
                <a:solidFill>
                  <a:srgbClr val="173D35"/>
                </a:solidFill>
                <a:latin typeface="Nimbus Sans"/>
                <a:ea typeface="Nimbus Sans"/>
                <a:cs typeface="Nimbus Sans"/>
              </a:defRPr>
            </a:lvl9pPr>
          </a:lstStyle>
          <a:p xmlns:a="http://schemas.openxmlformats.org/drawingml/2006/main">
            <a:pPr algn="l">
              <a:buNone/>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Savings can earn interest too</a:t>
            </a:r>
          </a:p>
        </p:txBody>
      </p:sp>
      <p:sp>
        <p:nvSpPr>
          <p:cNvPr id="2" name="page-number">
            <a:extLst xmlns:a="http://schemas.openxmlformats.org/drawingml/2006/main">
              <a:ext uri="{FF2B5EF4-FFF2-40B4-BE49-F238E27FC236}">
                <a16:creationId xmlns:a16="http://schemas.microsoft.com/office/drawing/2014/main" id="{93685FDD-93F4-4742-BECF-0D8D4C56FD64}"/>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buNone/>
              <a:defRPr sz="1500" b="0">
                <a:solidFill>
                  <a:srgbClr val="55655E"/>
                </a:solidFill>
                <a:latin typeface="Nimbus Sans"/>
                <a:ea typeface="Nimbus Sans"/>
                <a:cs typeface="Nimbus Sans"/>
              </a:defRPr>
            </a:lvl1pPr>
            <a:lvl2pPr algn="r">
              <a:buNone/>
              <a:defRPr sz="1500" b="0">
                <a:solidFill>
                  <a:srgbClr val="55655E"/>
                </a:solidFill>
                <a:latin typeface="Nimbus Sans"/>
                <a:ea typeface="Nimbus Sans"/>
                <a:cs typeface="Nimbus Sans"/>
              </a:defRPr>
            </a:lvl2pPr>
            <a:lvl3pPr algn="r">
              <a:buNone/>
              <a:defRPr sz="1500" b="0">
                <a:solidFill>
                  <a:srgbClr val="55655E"/>
                </a:solidFill>
                <a:latin typeface="Nimbus Sans"/>
                <a:ea typeface="Nimbus Sans"/>
                <a:cs typeface="Nimbus Sans"/>
              </a:defRPr>
            </a:lvl3pPr>
            <a:lvl4pPr algn="r">
              <a:buNone/>
              <a:defRPr sz="1500" b="0">
                <a:solidFill>
                  <a:srgbClr val="55655E"/>
                </a:solidFill>
                <a:latin typeface="Nimbus Sans"/>
                <a:ea typeface="Nimbus Sans"/>
                <a:cs typeface="Nimbus Sans"/>
              </a:defRPr>
            </a:lvl4pPr>
            <a:lvl5pPr algn="r">
              <a:buNone/>
              <a:defRPr sz="1500" b="0">
                <a:solidFill>
                  <a:srgbClr val="55655E"/>
                </a:solidFill>
                <a:latin typeface="Nimbus Sans"/>
                <a:ea typeface="Nimbus Sans"/>
                <a:cs typeface="Nimbus Sans"/>
              </a:defRPr>
            </a:lvl5pPr>
            <a:lvl6pPr algn="r">
              <a:buNone/>
              <a:defRPr sz="1500" b="0">
                <a:solidFill>
                  <a:srgbClr val="55655E"/>
                </a:solidFill>
                <a:latin typeface="Nimbus Sans"/>
                <a:ea typeface="Nimbus Sans"/>
                <a:cs typeface="Nimbus Sans"/>
              </a:defRPr>
            </a:lvl6pPr>
            <a:lvl7pPr algn="r">
              <a:buNone/>
              <a:defRPr sz="1500" b="0">
                <a:solidFill>
                  <a:srgbClr val="55655E"/>
                </a:solidFill>
                <a:latin typeface="Nimbus Sans"/>
                <a:ea typeface="Nimbus Sans"/>
                <a:cs typeface="Nimbus Sans"/>
              </a:defRPr>
            </a:lvl7pPr>
            <a:lvl8pPr algn="r">
              <a:buNone/>
              <a:defRPr sz="1500" b="0">
                <a:solidFill>
                  <a:srgbClr val="55655E"/>
                </a:solidFill>
                <a:latin typeface="Nimbus Sans"/>
                <a:ea typeface="Nimbus Sans"/>
                <a:cs typeface="Nimbus Sans"/>
              </a:defRPr>
            </a:lvl8pPr>
            <a:lvl9pPr algn="r">
              <a:buNone/>
              <a:defRPr sz="1500" b="0">
                <a:solidFill>
                  <a:srgbClr val="55655E"/>
                </a:solidFill>
                <a:latin typeface="Nimbus Sans"/>
                <a:ea typeface="Nimbus Sans"/>
                <a:cs typeface="Nimbus Sans"/>
              </a:defRPr>
            </a:lvl9pPr>
          </a:lstStyle>
          <a:p xmlns:a="http://schemas.openxmlformats.org/drawingml/2006/main">
            <a:pPr algn="r">
              <a:buNone/>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19</a:t>
            </a:r>
          </a:p>
        </p:txBody>
      </p:sp>
      <p:sp>
        <p:nvSpPr>
          <p:cNvPr id="3" name="explain">
            <a:extLst xmlns:a="http://schemas.openxmlformats.org/drawingml/2006/main">
              <a:ext uri="{FF2B5EF4-FFF2-40B4-BE49-F238E27FC236}">
                <a16:creationId xmlns:a16="http://schemas.microsoft.com/office/drawing/2014/main" id="{B99836C3-340A-4CF4-BCEC-3E65D4B1149A}"/>
              </a:ext>
            </a:extLst>
          </p:cNvPr>
          <p:cNvSpPr>
            <a:spLocks xmlns:a="http://schemas.openxmlformats.org/drawingml/2006/main" noGrp="1"/>
          </p:cNvSpPr>
          <p:nvPr/>
        </p:nvSpPr>
        <p:spPr>
          <a:xfrm xmlns:a="http://schemas.openxmlformats.org/drawingml/2006/main">
            <a:off x="685800" y="1676400"/>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173D35"/>
                </a:solidFill>
                <a:latin typeface="Nimbus Sans"/>
                <a:ea typeface="Nimbus Sans"/>
                <a:cs typeface="Nimbus Sans"/>
              </a:defRPr>
            </a:defPPr>
            <a:lvl1pPr algn="l">
              <a:buNone/>
              <a:defRPr sz="2850" b="0">
                <a:solidFill>
                  <a:srgbClr val="173D35"/>
                </a:solidFill>
                <a:latin typeface="Nimbus Sans"/>
                <a:ea typeface="Nimbus Sans"/>
                <a:cs typeface="Nimbus Sans"/>
              </a:defRPr>
            </a:lvl1pPr>
            <a:lvl2pPr algn="l">
              <a:buNone/>
              <a:defRPr sz="2850" b="0">
                <a:solidFill>
                  <a:srgbClr val="173D35"/>
                </a:solidFill>
                <a:latin typeface="Nimbus Sans"/>
                <a:ea typeface="Nimbus Sans"/>
                <a:cs typeface="Nimbus Sans"/>
              </a:defRPr>
            </a:lvl2pPr>
            <a:lvl3pPr algn="l">
              <a:buNone/>
              <a:defRPr sz="2850" b="0">
                <a:solidFill>
                  <a:srgbClr val="173D35"/>
                </a:solidFill>
                <a:latin typeface="Nimbus Sans"/>
                <a:ea typeface="Nimbus Sans"/>
                <a:cs typeface="Nimbus Sans"/>
              </a:defRPr>
            </a:lvl3pPr>
            <a:lvl4pPr algn="l">
              <a:buNone/>
              <a:defRPr sz="2850" b="0">
                <a:solidFill>
                  <a:srgbClr val="173D35"/>
                </a:solidFill>
                <a:latin typeface="Nimbus Sans"/>
                <a:ea typeface="Nimbus Sans"/>
                <a:cs typeface="Nimbus Sans"/>
              </a:defRPr>
            </a:lvl4pPr>
            <a:lvl5pPr algn="l">
              <a:buNone/>
              <a:defRPr sz="2850" b="0">
                <a:solidFill>
                  <a:srgbClr val="173D35"/>
                </a:solidFill>
                <a:latin typeface="Nimbus Sans"/>
                <a:ea typeface="Nimbus Sans"/>
                <a:cs typeface="Nimbus Sans"/>
              </a:defRPr>
            </a:lvl5pPr>
            <a:lvl6pPr algn="l">
              <a:buNone/>
              <a:defRPr sz="2850" b="0">
                <a:solidFill>
                  <a:srgbClr val="173D35"/>
                </a:solidFill>
                <a:latin typeface="Nimbus Sans"/>
                <a:ea typeface="Nimbus Sans"/>
                <a:cs typeface="Nimbus Sans"/>
              </a:defRPr>
            </a:lvl6pPr>
            <a:lvl7pPr algn="l">
              <a:buNone/>
              <a:defRPr sz="2850" b="0">
                <a:solidFill>
                  <a:srgbClr val="173D35"/>
                </a:solidFill>
                <a:latin typeface="Nimbus Sans"/>
                <a:ea typeface="Nimbus Sans"/>
                <a:cs typeface="Nimbus Sans"/>
              </a:defRPr>
            </a:lvl7pPr>
            <a:lvl8pPr algn="l">
              <a:buNone/>
              <a:defRPr sz="2850" b="0">
                <a:solidFill>
                  <a:srgbClr val="173D35"/>
                </a:solidFill>
                <a:latin typeface="Nimbus Sans"/>
                <a:ea typeface="Nimbus Sans"/>
                <a:cs typeface="Nimbus Sans"/>
              </a:defRPr>
            </a:lvl8pPr>
            <a:lvl9pPr algn="l">
              <a:buNone/>
              <a:defRPr sz="2850" b="0">
                <a:solidFill>
                  <a:srgbClr val="173D35"/>
                </a:solidFill>
                <a:latin typeface="Nimbus Sans"/>
                <a:ea typeface="Nimbus Sans"/>
                <a:cs typeface="Nimbus Sans"/>
              </a:defRPr>
            </a:lvl9pPr>
          </a:lstStyle>
          <a:p xmlns:a="http://schemas.openxmlformats.org/drawingml/2006/main">
            <a:pPr algn="l">
              <a:buNone/>
              <a:defRPr sz="2850" b="0">
                <a:solidFill>
                  <a:srgbClr val="173D35"/>
                </a:solidFill>
                <a:latin typeface="Nimbus Sans"/>
                <a:ea typeface="Nimbus Sans"/>
                <a:cs typeface="Nimbus Sans"/>
              </a:defRPr>
            </a:pPr>
            <a:r>
              <a:rPr sz="2850" b="0">
                <a:solidFill>
                  <a:srgbClr val="173D35"/>
                </a:solidFill>
                <a:latin typeface="Nimbus Sans"/>
                <a:ea typeface="Nimbus Sans"/>
                <a:cs typeface="Nimbus Sans"/>
              </a:rPr>
              <a:t>Some savings accounts pay you interest.</a:t>
            </a:r>
          </a:p>
        </p:txBody>
      </p:sp>
      <p:graphicFrame>
        <p:nvGraphicFramePr>
          <p:cNvPr id="4" name="">
            <a:extLst xmlns:a="http://schemas.openxmlformats.org/drawingml/2006/main">
              <a:ext uri="{FF2B5EF4-FFF2-40B4-BE49-F238E27FC236}">
                <a16:creationId xmlns:a16="http://schemas.microsoft.com/office/drawing/2014/main" id="{F1DE5DD9-E0CA-4282-8C1A-7C3E6563963E}"/>
              </a:ext>
            </a:extLst>
          </p:cNvPr>
          <p:cNvGraphicFramePr/>
          <p:nvPr/>
        </p:nvGraphicFramePr>
        <p:xfrm>
          <a:off xmlns:a="http://schemas.openxmlformats.org/drawingml/2006/main" x="685800" y="2705100"/>
          <a:ext xmlns:a="http://schemas.openxmlformats.org/drawingml/2006/main" cx="6762750" cy="2809875"/>
        </p:xfrm>
        <a:graphic xmlns:a="http://schemas.openxmlformats.org/drawingml/2006/main">
          <a:graphicData uri="http://schemas.openxmlformats.org/drawingml/2006/table">
            <a:tbl>
              <a:tblPr firstRow="0" bandRow="0"/>
              <a:tblGrid>
                <a:gridCol w="3810000"/>
                <a:gridCol w="2952750"/>
              </a:tblGrid>
              <a:tr h="702469">
                <a:tc>
                  <a:txBody>
                    <a:bodyPr lIns="152400" tIns="95250" rIns="95250" bIns="76200"/>
                    <a:lstStyle/>
                    <a:p>
                      <a:r>
                        <a:rPr sz="2400" b="1">
                          <a:solidFill>
                            <a:srgbClr val="F6F1E7"/>
                          </a:solidFill>
                          <a:latin typeface="Nimbus Sans"/>
                          <a:ea typeface="Nimbus Sans"/>
                          <a:cs typeface="Nimbus Sans"/>
                        </a:rPr>
                        <a:t>When</a:t>
                      </a:r>
                    </a:p>
                  </a:txBody>
                  <a:tcPr marL="91440" marR="91440" marT="45720" marB="45720" anchor="ctr">
                    <a:lnL w="9525">
                      <a:solidFill>
                        <a:srgbClr val="D4D8CF"/>
                      </a:solidFill>
                      <a:prstDash val="solid"/>
                    </a:lnL>
                    <a:lnR w="9525">
                      <a:solidFill>
                        <a:srgbClr val="D4D8CF"/>
                      </a:solidFill>
                      <a:prstDash val="solid"/>
                    </a:lnR>
                    <a:lnT w="9525">
                      <a:solidFill>
                        <a:srgbClr val="D4D8CF"/>
                      </a:solidFill>
                      <a:prstDash val="solid"/>
                    </a:lnT>
                    <a:lnB w="9525">
                      <a:solidFill>
                        <a:srgbClr val="D4D8CF"/>
                      </a:solidFill>
                      <a:prstDash val="solid"/>
                    </a:lnB>
                    <a:solidFill>
                      <a:srgbClr val="173D35"/>
                    </a:solidFill>
                  </a:tcPr>
                </a:tc>
                <a:tc>
                  <a:txBody>
                    <a:bodyPr lIns="152400" tIns="95250" rIns="95250" bIns="76200"/>
                    <a:lstStyle/>
                    <a:p>
                      <a:r>
                        <a:rPr sz="2400" b="1">
                          <a:solidFill>
                            <a:srgbClr val="F6F1E7"/>
                          </a:solidFill>
                          <a:latin typeface="Nimbus Sans"/>
                          <a:ea typeface="Nimbus Sans"/>
                          <a:cs typeface="Nimbus Sans"/>
                        </a:rPr>
                        <a:t>Amount saved</a:t>
                      </a:r>
                    </a:p>
                  </a:txBody>
                  <a:tcPr marL="91440" marR="91440" marT="45720" marB="45720" anchor="ctr">
                    <a:lnR w="9525">
                      <a:solidFill>
                        <a:srgbClr val="D4D8CF"/>
                      </a:solidFill>
                      <a:prstDash val="solid"/>
                    </a:lnR>
                    <a:lnT w="9525">
                      <a:solidFill>
                        <a:srgbClr val="D4D8CF"/>
                      </a:solidFill>
                      <a:prstDash val="solid"/>
                    </a:lnT>
                    <a:lnB w="9525">
                      <a:solidFill>
                        <a:srgbClr val="D4D8CF"/>
                      </a:solidFill>
                      <a:prstDash val="solid"/>
                    </a:lnB>
                    <a:solidFill>
                      <a:srgbClr val="173D35"/>
                    </a:solidFill>
                  </a:tcPr>
                </a:tc>
              </a:tr>
              <a:tr h="702469">
                <a:tc>
                  <a:txBody>
                    <a:bodyPr lIns="152400" tIns="95250" rIns="95250" bIns="76200"/>
                    <a:lstStyle/>
                    <a:p>
                      <a:r>
                        <a:rPr sz="2400" b="0">
                          <a:solidFill>
                            <a:srgbClr val="173D35"/>
                          </a:solidFill>
                          <a:latin typeface="Nimbus Sans"/>
                          <a:ea typeface="Nimbus Sans"/>
                          <a:cs typeface="Nimbus Sans"/>
                        </a:rPr>
                        <a:t>Start</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400" b="0">
                          <a:solidFill>
                            <a:srgbClr val="173D35"/>
                          </a:solidFill>
                          <a:latin typeface="Nimbus Sans"/>
                          <a:ea typeface="Nimbus Sans"/>
                          <a:cs typeface="Nimbus Sans"/>
                        </a:rPr>
                        <a:t>$100</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702469">
                <a:tc>
                  <a:txBody>
                    <a:bodyPr lIns="152400" tIns="95250" rIns="95250" bIns="76200"/>
                    <a:lstStyle/>
                    <a:p>
                      <a:r>
                        <a:rPr sz="2400" b="0">
                          <a:solidFill>
                            <a:srgbClr val="173D35"/>
                          </a:solidFill>
                          <a:latin typeface="Nimbus Sans"/>
                          <a:ea typeface="Nimbus Sans"/>
                          <a:cs typeface="Nimbus Sans"/>
                        </a:rPr>
                        <a:t>After 1 year</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400" b="0">
                          <a:solidFill>
                            <a:srgbClr val="173D35"/>
                          </a:solidFill>
                          <a:latin typeface="Nimbus Sans"/>
                          <a:ea typeface="Nimbus Sans"/>
                          <a:cs typeface="Nimbus Sans"/>
                        </a:rPr>
                        <a:t>$110</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702469">
                <a:tc>
                  <a:txBody>
                    <a:bodyPr lIns="152400" tIns="95250" rIns="95250" bIns="76200"/>
                    <a:lstStyle/>
                    <a:p>
                      <a:r>
                        <a:rPr sz="2400" b="0">
                          <a:solidFill>
                            <a:srgbClr val="173D35"/>
                          </a:solidFill>
                          <a:latin typeface="Nimbus Sans"/>
                          <a:ea typeface="Nimbus Sans"/>
                          <a:cs typeface="Nimbus Sans"/>
                        </a:rPr>
                        <a:t>After 2 years</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400" b="0">
                          <a:solidFill>
                            <a:srgbClr val="173D35"/>
                          </a:solidFill>
                          <a:latin typeface="Nimbus Sans"/>
                          <a:ea typeface="Nimbus Sans"/>
                          <a:cs typeface="Nimbus Sans"/>
                        </a:rPr>
                        <a:t>$121</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bl>
          </a:graphicData>
        </a:graphic>
      </p:graphicFrame>
      <p:sp>
        <p:nvSpPr>
          <p:cNvPr id="5" name="growth">
            <a:extLst xmlns:a="http://schemas.openxmlformats.org/drawingml/2006/main">
              <a:ext uri="{FF2B5EF4-FFF2-40B4-BE49-F238E27FC236}">
                <a16:creationId xmlns:a16="http://schemas.microsoft.com/office/drawing/2014/main" id="{69A9CB11-63D8-4756-ABE3-AE5FD46648D6}"/>
              </a:ext>
            </a:extLst>
          </p:cNvPr>
          <p:cNvSpPr>
            <a:spLocks xmlns:a="http://schemas.openxmlformats.org/drawingml/2006/main" noGrp="1"/>
          </p:cNvSpPr>
          <p:nvPr/>
        </p:nvSpPr>
        <p:spPr>
          <a:xfrm xmlns:a="http://schemas.openxmlformats.org/drawingml/2006/main">
            <a:off x="8039100" y="3019425"/>
            <a:ext cx="3381375"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A3432C"/>
                </a:solidFill>
                <a:latin typeface="Nimbus Sans"/>
                <a:ea typeface="Nimbus Sans"/>
                <a:cs typeface="Nimbus Sans"/>
              </a:defRPr>
            </a:defPPr>
            <a:lvl1pPr algn="l">
              <a:buNone/>
              <a:defRPr sz="2700" b="1">
                <a:solidFill>
                  <a:srgbClr val="A3432C"/>
                </a:solidFill>
                <a:latin typeface="Nimbus Sans"/>
                <a:ea typeface="Nimbus Sans"/>
                <a:cs typeface="Nimbus Sans"/>
              </a:defRPr>
            </a:lvl1pPr>
            <a:lvl2pPr algn="l">
              <a:buNone/>
              <a:defRPr sz="2700" b="1">
                <a:solidFill>
                  <a:srgbClr val="A3432C"/>
                </a:solidFill>
                <a:latin typeface="Nimbus Sans"/>
                <a:ea typeface="Nimbus Sans"/>
                <a:cs typeface="Nimbus Sans"/>
              </a:defRPr>
            </a:lvl2pPr>
            <a:lvl3pPr algn="l">
              <a:buNone/>
              <a:defRPr sz="2700" b="1">
                <a:solidFill>
                  <a:srgbClr val="A3432C"/>
                </a:solidFill>
                <a:latin typeface="Nimbus Sans"/>
                <a:ea typeface="Nimbus Sans"/>
                <a:cs typeface="Nimbus Sans"/>
              </a:defRPr>
            </a:lvl3pPr>
            <a:lvl4pPr algn="l">
              <a:buNone/>
              <a:defRPr sz="2700" b="1">
                <a:solidFill>
                  <a:srgbClr val="A3432C"/>
                </a:solidFill>
                <a:latin typeface="Nimbus Sans"/>
                <a:ea typeface="Nimbus Sans"/>
                <a:cs typeface="Nimbus Sans"/>
              </a:defRPr>
            </a:lvl4pPr>
            <a:lvl5pPr algn="l">
              <a:buNone/>
              <a:defRPr sz="2700" b="1">
                <a:solidFill>
                  <a:srgbClr val="A3432C"/>
                </a:solidFill>
                <a:latin typeface="Nimbus Sans"/>
                <a:ea typeface="Nimbus Sans"/>
                <a:cs typeface="Nimbus Sans"/>
              </a:defRPr>
            </a:lvl5pPr>
            <a:lvl6pPr algn="l">
              <a:buNone/>
              <a:defRPr sz="2700" b="1">
                <a:solidFill>
                  <a:srgbClr val="A3432C"/>
                </a:solidFill>
                <a:latin typeface="Nimbus Sans"/>
                <a:ea typeface="Nimbus Sans"/>
                <a:cs typeface="Nimbus Sans"/>
              </a:defRPr>
            </a:lvl6pPr>
            <a:lvl7pPr algn="l">
              <a:buNone/>
              <a:defRPr sz="2700" b="1">
                <a:solidFill>
                  <a:srgbClr val="A3432C"/>
                </a:solidFill>
                <a:latin typeface="Nimbus Sans"/>
                <a:ea typeface="Nimbus Sans"/>
                <a:cs typeface="Nimbus Sans"/>
              </a:defRPr>
            </a:lvl7pPr>
            <a:lvl8pPr algn="l">
              <a:buNone/>
              <a:defRPr sz="2700" b="1">
                <a:solidFill>
                  <a:srgbClr val="A3432C"/>
                </a:solidFill>
                <a:latin typeface="Nimbus Sans"/>
                <a:ea typeface="Nimbus Sans"/>
                <a:cs typeface="Nimbus Sans"/>
              </a:defRPr>
            </a:lvl8pPr>
            <a:lvl9pPr algn="l">
              <a:buNone/>
              <a:defRPr sz="2700" b="1">
                <a:solidFill>
                  <a:srgbClr val="A3432C"/>
                </a:solidFill>
                <a:latin typeface="Nimbus Sans"/>
                <a:ea typeface="Nimbus Sans"/>
                <a:cs typeface="Nimbus Sans"/>
              </a:defRPr>
            </a:lvl9pPr>
          </a:lstStyle>
          <a:p xmlns:a="http://schemas.openxmlformats.org/drawingml/2006/main">
            <a:pPr algn="l">
              <a:buNone/>
              <a:defRPr sz="2700" b="1">
                <a:solidFill>
                  <a:srgbClr val="A3432C"/>
                </a:solidFill>
                <a:latin typeface="Nimbus Sans"/>
                <a:ea typeface="Nimbus Sans"/>
                <a:cs typeface="Nimbus Sans"/>
              </a:defRPr>
            </a:pPr>
            <a:r>
              <a:rPr sz="2700" b="1">
                <a:solidFill>
                  <a:srgbClr val="A3432C"/>
                </a:solidFill>
                <a:latin typeface="Nimbus Sans"/>
                <a:ea typeface="Nimbus Sans"/>
                <a:cs typeface="Nimbus Sans"/>
              </a:rPr>
              <a:t>In year 2,</a:t>
            </a:r>
          </a:p>
          <a:p xmlns:a="http://schemas.openxmlformats.org/drawingml/2006/main">
            <a:pPr algn="l">
              <a:buNone/>
              <a:defRPr sz="2700" b="1">
                <a:solidFill>
                  <a:srgbClr val="A3432C"/>
                </a:solidFill>
                <a:latin typeface="Nimbus Sans"/>
                <a:ea typeface="Nimbus Sans"/>
                <a:cs typeface="Nimbus Sans"/>
              </a:defRPr>
            </a:pPr>
            <a:r>
              <a:rPr sz="2700" b="1">
                <a:solidFill>
                  <a:srgbClr val="A3432C"/>
                </a:solidFill>
                <a:latin typeface="Nimbus Sans"/>
                <a:ea typeface="Nimbus Sans"/>
                <a:cs typeface="Nimbus Sans"/>
              </a:rPr>
              <a:t>the $10 of interest</a:t>
            </a:r>
          </a:p>
          <a:p xmlns:a="http://schemas.openxmlformats.org/drawingml/2006/main">
            <a:pPr algn="l">
              <a:buNone/>
              <a:defRPr sz="2700" b="1">
                <a:solidFill>
                  <a:srgbClr val="A3432C"/>
                </a:solidFill>
                <a:latin typeface="Nimbus Sans"/>
                <a:ea typeface="Nimbus Sans"/>
                <a:cs typeface="Nimbus Sans"/>
              </a:defRPr>
            </a:pPr>
            <a:r>
              <a:rPr sz="2700" b="1">
                <a:solidFill>
                  <a:srgbClr val="A3432C"/>
                </a:solidFill>
                <a:latin typeface="Nimbus Sans"/>
                <a:ea typeface="Nimbus Sans"/>
                <a:cs typeface="Nimbus Sans"/>
              </a:rPr>
              <a:t>earns interest too.</a:t>
            </a:r>
          </a:p>
        </p:txBody>
      </p:sp>
      <p:sp>
        <p:nvSpPr>
          <p:cNvPr id="6" name="assumption">
            <a:extLst xmlns:a="http://schemas.openxmlformats.org/drawingml/2006/main">
              <a:ext uri="{FF2B5EF4-FFF2-40B4-BE49-F238E27FC236}">
                <a16:creationId xmlns:a16="http://schemas.microsoft.com/office/drawing/2014/main" id="{DBDF3D95-A4D7-4BAA-8394-634C3F492D4A}"/>
              </a:ext>
            </a:extLst>
          </p:cNvPr>
          <p:cNvSpPr>
            <a:spLocks xmlns:a="http://schemas.openxmlformats.org/drawingml/2006/main" noGrp="1"/>
          </p:cNvSpPr>
          <p:nvPr/>
        </p:nvSpPr>
        <p:spPr>
          <a:xfrm xmlns:a="http://schemas.openxmlformats.org/drawingml/2006/main">
            <a:off x="685800" y="58578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5655E"/>
                </a:solidFill>
                <a:latin typeface="Nimbus Sans"/>
                <a:ea typeface="Nimbus Sans"/>
                <a:cs typeface="Nimbus Sans"/>
              </a:defRPr>
            </a:defPPr>
            <a:lvl1pPr algn="l">
              <a:buNone/>
              <a:defRPr sz="1800" b="0">
                <a:solidFill>
                  <a:srgbClr val="55655E"/>
                </a:solidFill>
                <a:latin typeface="Nimbus Sans"/>
                <a:ea typeface="Nimbus Sans"/>
                <a:cs typeface="Nimbus Sans"/>
              </a:defRPr>
            </a:lvl1pPr>
            <a:lvl2pPr algn="l">
              <a:buNone/>
              <a:defRPr sz="1800" b="0">
                <a:solidFill>
                  <a:srgbClr val="55655E"/>
                </a:solidFill>
                <a:latin typeface="Nimbus Sans"/>
                <a:ea typeface="Nimbus Sans"/>
                <a:cs typeface="Nimbus Sans"/>
              </a:defRPr>
            </a:lvl2pPr>
            <a:lvl3pPr algn="l">
              <a:buNone/>
              <a:defRPr sz="1800" b="0">
                <a:solidFill>
                  <a:srgbClr val="55655E"/>
                </a:solidFill>
                <a:latin typeface="Nimbus Sans"/>
                <a:ea typeface="Nimbus Sans"/>
                <a:cs typeface="Nimbus Sans"/>
              </a:defRPr>
            </a:lvl3pPr>
            <a:lvl4pPr algn="l">
              <a:buNone/>
              <a:defRPr sz="1800" b="0">
                <a:solidFill>
                  <a:srgbClr val="55655E"/>
                </a:solidFill>
                <a:latin typeface="Nimbus Sans"/>
                <a:ea typeface="Nimbus Sans"/>
                <a:cs typeface="Nimbus Sans"/>
              </a:defRPr>
            </a:lvl4pPr>
            <a:lvl5pPr algn="l">
              <a:buNone/>
              <a:defRPr sz="1800" b="0">
                <a:solidFill>
                  <a:srgbClr val="55655E"/>
                </a:solidFill>
                <a:latin typeface="Nimbus Sans"/>
                <a:ea typeface="Nimbus Sans"/>
                <a:cs typeface="Nimbus Sans"/>
              </a:defRPr>
            </a:lvl5pPr>
            <a:lvl6pPr algn="l">
              <a:buNone/>
              <a:defRPr sz="1800" b="0">
                <a:solidFill>
                  <a:srgbClr val="55655E"/>
                </a:solidFill>
                <a:latin typeface="Nimbus Sans"/>
                <a:ea typeface="Nimbus Sans"/>
                <a:cs typeface="Nimbus Sans"/>
              </a:defRPr>
            </a:lvl6pPr>
            <a:lvl7pPr algn="l">
              <a:buNone/>
              <a:defRPr sz="1800" b="0">
                <a:solidFill>
                  <a:srgbClr val="55655E"/>
                </a:solidFill>
                <a:latin typeface="Nimbus Sans"/>
                <a:ea typeface="Nimbus Sans"/>
                <a:cs typeface="Nimbus Sans"/>
              </a:defRPr>
            </a:lvl7pPr>
            <a:lvl8pPr algn="l">
              <a:buNone/>
              <a:defRPr sz="1800" b="0">
                <a:solidFill>
                  <a:srgbClr val="55655E"/>
                </a:solidFill>
                <a:latin typeface="Nimbus Sans"/>
                <a:ea typeface="Nimbus Sans"/>
                <a:cs typeface="Nimbus Sans"/>
              </a:defRPr>
            </a:lvl8pPr>
            <a:lvl9pPr algn="l">
              <a:buNone/>
              <a:defRPr sz="1800" b="0">
                <a:solidFill>
                  <a:srgbClr val="55655E"/>
                </a:solidFill>
                <a:latin typeface="Nimbus Sans"/>
                <a:ea typeface="Nimbus Sans"/>
                <a:cs typeface="Nimbus Sans"/>
              </a:defRPr>
            </a:lvl9pPr>
          </a:lstStyle>
          <a:p xmlns:a="http://schemas.openxmlformats.org/drawingml/2006/main">
            <a:pPr algn="l">
              <a:buNone/>
              <a:defRPr sz="1800" b="0">
                <a:solidFill>
                  <a:srgbClr val="55655E"/>
                </a:solidFill>
                <a:latin typeface="Nimbus Sans"/>
                <a:ea typeface="Nimbus Sans"/>
                <a:cs typeface="Nimbus Sans"/>
              </a:defRPr>
            </a:pPr>
            <a:r>
              <a:rPr sz="1800" b="0">
                <a:solidFill>
                  <a:srgbClr val="55655E"/>
                </a:solidFill>
                <a:latin typeface="Nimbus Sans"/>
                <a:ea typeface="Nimbus Sans"/>
                <a:cs typeface="Nimbus Sans"/>
              </a:rPr>
              <a:t>Pretend example: 10% each year, no extra deposits. Real rates differ.</a:t>
            </a:r>
          </a:p>
        </p:txBody>
      </p:sp>
    </p:spTree>
    <p:extLst>
      <p:ext uri="{BB962C8B-B14F-4D97-AF65-F5344CB8AC3E}">
        <p14:creationId xmlns:p14="http://schemas.microsoft.com/office/powerpoint/2010/main" val="226077196"/>
      </p:ext>
    </p:extLst>
  </p:cSld>
</p:sld>
</file>

<file path=ppt/slides/slide20.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8" name="headline">
            <a:extLst xmlns:a="http://schemas.openxmlformats.org/drawingml/2006/main">
              <a:ext uri="{FF2B5EF4-FFF2-40B4-BE49-F238E27FC236}">
                <a16:creationId xmlns:a16="http://schemas.microsoft.com/office/drawing/2014/main" id="{5E55B1C4-0811-43C4-AC88-D0F34B175E41}"/>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buNone/>
              <a:defRPr sz="3900" b="1">
                <a:solidFill>
                  <a:srgbClr val="173D35"/>
                </a:solidFill>
                <a:latin typeface="Nimbus Sans"/>
                <a:ea typeface="Nimbus Sans"/>
                <a:cs typeface="Nimbus Sans"/>
              </a:defRPr>
            </a:lvl1pPr>
            <a:lvl2pPr algn="l">
              <a:buNone/>
              <a:defRPr sz="3900" b="1">
                <a:solidFill>
                  <a:srgbClr val="173D35"/>
                </a:solidFill>
                <a:latin typeface="Nimbus Sans"/>
                <a:ea typeface="Nimbus Sans"/>
                <a:cs typeface="Nimbus Sans"/>
              </a:defRPr>
            </a:lvl2pPr>
            <a:lvl3pPr algn="l">
              <a:buNone/>
              <a:defRPr sz="3900" b="1">
                <a:solidFill>
                  <a:srgbClr val="173D35"/>
                </a:solidFill>
                <a:latin typeface="Nimbus Sans"/>
                <a:ea typeface="Nimbus Sans"/>
                <a:cs typeface="Nimbus Sans"/>
              </a:defRPr>
            </a:lvl3pPr>
            <a:lvl4pPr algn="l">
              <a:buNone/>
              <a:defRPr sz="3900" b="1">
                <a:solidFill>
                  <a:srgbClr val="173D35"/>
                </a:solidFill>
                <a:latin typeface="Nimbus Sans"/>
                <a:ea typeface="Nimbus Sans"/>
                <a:cs typeface="Nimbus Sans"/>
              </a:defRPr>
            </a:lvl4pPr>
            <a:lvl5pPr algn="l">
              <a:buNone/>
              <a:defRPr sz="3900" b="1">
                <a:solidFill>
                  <a:srgbClr val="173D35"/>
                </a:solidFill>
                <a:latin typeface="Nimbus Sans"/>
                <a:ea typeface="Nimbus Sans"/>
                <a:cs typeface="Nimbus Sans"/>
              </a:defRPr>
            </a:lvl5pPr>
            <a:lvl6pPr algn="l">
              <a:buNone/>
              <a:defRPr sz="3900" b="1">
                <a:solidFill>
                  <a:srgbClr val="173D35"/>
                </a:solidFill>
                <a:latin typeface="Nimbus Sans"/>
                <a:ea typeface="Nimbus Sans"/>
                <a:cs typeface="Nimbus Sans"/>
              </a:defRPr>
            </a:lvl6pPr>
            <a:lvl7pPr algn="l">
              <a:buNone/>
              <a:defRPr sz="3900" b="1">
                <a:solidFill>
                  <a:srgbClr val="173D35"/>
                </a:solidFill>
                <a:latin typeface="Nimbus Sans"/>
                <a:ea typeface="Nimbus Sans"/>
                <a:cs typeface="Nimbus Sans"/>
              </a:defRPr>
            </a:lvl7pPr>
            <a:lvl8pPr algn="l">
              <a:buNone/>
              <a:defRPr sz="3900" b="1">
                <a:solidFill>
                  <a:srgbClr val="173D35"/>
                </a:solidFill>
                <a:latin typeface="Nimbus Sans"/>
                <a:ea typeface="Nimbus Sans"/>
                <a:cs typeface="Nimbus Sans"/>
              </a:defRPr>
            </a:lvl8pPr>
            <a:lvl9pPr algn="l">
              <a:buNone/>
              <a:defRPr sz="3900" b="1">
                <a:solidFill>
                  <a:srgbClr val="173D35"/>
                </a:solidFill>
                <a:latin typeface="Nimbus Sans"/>
                <a:ea typeface="Nimbus Sans"/>
                <a:cs typeface="Nimbus Sans"/>
              </a:defRPr>
            </a:lvl9pPr>
          </a:lstStyle>
          <a:p xmlns:a="http://schemas.openxmlformats.org/drawingml/2006/main">
            <a:pPr algn="l">
              <a:buNone/>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Investing has a chance of loss</a:t>
            </a:r>
          </a:p>
        </p:txBody>
      </p:sp>
      <p:sp>
        <p:nvSpPr>
          <p:cNvPr id="2" name="page-number">
            <a:extLst xmlns:a="http://schemas.openxmlformats.org/drawingml/2006/main">
              <a:ext uri="{FF2B5EF4-FFF2-40B4-BE49-F238E27FC236}">
                <a16:creationId xmlns:a16="http://schemas.microsoft.com/office/drawing/2014/main" id="{7FA21253-5920-4F58-8D70-8CEFFDFB3183}"/>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buNone/>
              <a:defRPr sz="1500" b="0">
                <a:solidFill>
                  <a:srgbClr val="55655E"/>
                </a:solidFill>
                <a:latin typeface="Nimbus Sans"/>
                <a:ea typeface="Nimbus Sans"/>
                <a:cs typeface="Nimbus Sans"/>
              </a:defRPr>
            </a:lvl1pPr>
            <a:lvl2pPr algn="r">
              <a:buNone/>
              <a:defRPr sz="1500" b="0">
                <a:solidFill>
                  <a:srgbClr val="55655E"/>
                </a:solidFill>
                <a:latin typeface="Nimbus Sans"/>
                <a:ea typeface="Nimbus Sans"/>
                <a:cs typeface="Nimbus Sans"/>
              </a:defRPr>
            </a:lvl2pPr>
            <a:lvl3pPr algn="r">
              <a:buNone/>
              <a:defRPr sz="1500" b="0">
                <a:solidFill>
                  <a:srgbClr val="55655E"/>
                </a:solidFill>
                <a:latin typeface="Nimbus Sans"/>
                <a:ea typeface="Nimbus Sans"/>
                <a:cs typeface="Nimbus Sans"/>
              </a:defRPr>
            </a:lvl3pPr>
            <a:lvl4pPr algn="r">
              <a:buNone/>
              <a:defRPr sz="1500" b="0">
                <a:solidFill>
                  <a:srgbClr val="55655E"/>
                </a:solidFill>
                <a:latin typeface="Nimbus Sans"/>
                <a:ea typeface="Nimbus Sans"/>
                <a:cs typeface="Nimbus Sans"/>
              </a:defRPr>
            </a:lvl4pPr>
            <a:lvl5pPr algn="r">
              <a:buNone/>
              <a:defRPr sz="1500" b="0">
                <a:solidFill>
                  <a:srgbClr val="55655E"/>
                </a:solidFill>
                <a:latin typeface="Nimbus Sans"/>
                <a:ea typeface="Nimbus Sans"/>
                <a:cs typeface="Nimbus Sans"/>
              </a:defRPr>
            </a:lvl5pPr>
            <a:lvl6pPr algn="r">
              <a:buNone/>
              <a:defRPr sz="1500" b="0">
                <a:solidFill>
                  <a:srgbClr val="55655E"/>
                </a:solidFill>
                <a:latin typeface="Nimbus Sans"/>
                <a:ea typeface="Nimbus Sans"/>
                <a:cs typeface="Nimbus Sans"/>
              </a:defRPr>
            </a:lvl6pPr>
            <a:lvl7pPr algn="r">
              <a:buNone/>
              <a:defRPr sz="1500" b="0">
                <a:solidFill>
                  <a:srgbClr val="55655E"/>
                </a:solidFill>
                <a:latin typeface="Nimbus Sans"/>
                <a:ea typeface="Nimbus Sans"/>
                <a:cs typeface="Nimbus Sans"/>
              </a:defRPr>
            </a:lvl7pPr>
            <a:lvl8pPr algn="r">
              <a:buNone/>
              <a:defRPr sz="1500" b="0">
                <a:solidFill>
                  <a:srgbClr val="55655E"/>
                </a:solidFill>
                <a:latin typeface="Nimbus Sans"/>
                <a:ea typeface="Nimbus Sans"/>
                <a:cs typeface="Nimbus Sans"/>
              </a:defRPr>
            </a:lvl8pPr>
            <a:lvl9pPr algn="r">
              <a:buNone/>
              <a:defRPr sz="1500" b="0">
                <a:solidFill>
                  <a:srgbClr val="55655E"/>
                </a:solidFill>
                <a:latin typeface="Nimbus Sans"/>
                <a:ea typeface="Nimbus Sans"/>
                <a:cs typeface="Nimbus Sans"/>
              </a:defRPr>
            </a:lvl9pPr>
          </a:lstStyle>
          <a:p xmlns:a="http://schemas.openxmlformats.org/drawingml/2006/main">
            <a:pPr algn="r">
              <a:buNone/>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20</a:t>
            </a:r>
          </a:p>
        </p:txBody>
      </p:sp>
      <p:sp>
        <p:nvSpPr>
          <p:cNvPr id="3" name="definition">
            <a:extLst xmlns:a="http://schemas.openxmlformats.org/drawingml/2006/main">
              <a:ext uri="{FF2B5EF4-FFF2-40B4-BE49-F238E27FC236}">
                <a16:creationId xmlns:a16="http://schemas.microsoft.com/office/drawing/2014/main" id="{EBABEAA1-3DF2-4C31-9281-08FE2CE595EB}"/>
              </a:ext>
            </a:extLst>
          </p:cNvPr>
          <p:cNvSpPr>
            <a:spLocks xmlns:a="http://schemas.openxmlformats.org/drawingml/2006/main" noGrp="1"/>
          </p:cNvSpPr>
          <p:nvPr/>
        </p:nvSpPr>
        <p:spPr>
          <a:xfrm xmlns:a="http://schemas.openxmlformats.org/drawingml/2006/main">
            <a:off x="685800" y="1771650"/>
            <a:ext cx="1076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rgbClr val="173D35"/>
                </a:solidFill>
                <a:latin typeface="Nimbus Sans"/>
                <a:ea typeface="Nimbus Sans"/>
                <a:cs typeface="Nimbus Sans"/>
              </a:defRPr>
            </a:defPPr>
            <a:lvl1pPr algn="l">
              <a:buNone/>
              <a:defRPr sz="3000" b="0">
                <a:solidFill>
                  <a:srgbClr val="173D35"/>
                </a:solidFill>
                <a:latin typeface="Nimbus Sans"/>
                <a:ea typeface="Nimbus Sans"/>
                <a:cs typeface="Nimbus Sans"/>
              </a:defRPr>
            </a:lvl1pPr>
            <a:lvl2pPr algn="l">
              <a:buNone/>
              <a:defRPr sz="3000" b="0">
                <a:solidFill>
                  <a:srgbClr val="173D35"/>
                </a:solidFill>
                <a:latin typeface="Nimbus Sans"/>
                <a:ea typeface="Nimbus Sans"/>
                <a:cs typeface="Nimbus Sans"/>
              </a:defRPr>
            </a:lvl2pPr>
            <a:lvl3pPr algn="l">
              <a:buNone/>
              <a:defRPr sz="3000" b="0">
                <a:solidFill>
                  <a:srgbClr val="173D35"/>
                </a:solidFill>
                <a:latin typeface="Nimbus Sans"/>
                <a:ea typeface="Nimbus Sans"/>
                <a:cs typeface="Nimbus Sans"/>
              </a:defRPr>
            </a:lvl3pPr>
            <a:lvl4pPr algn="l">
              <a:buNone/>
              <a:defRPr sz="3000" b="0">
                <a:solidFill>
                  <a:srgbClr val="173D35"/>
                </a:solidFill>
                <a:latin typeface="Nimbus Sans"/>
                <a:ea typeface="Nimbus Sans"/>
                <a:cs typeface="Nimbus Sans"/>
              </a:defRPr>
            </a:lvl4pPr>
            <a:lvl5pPr algn="l">
              <a:buNone/>
              <a:defRPr sz="3000" b="0">
                <a:solidFill>
                  <a:srgbClr val="173D35"/>
                </a:solidFill>
                <a:latin typeface="Nimbus Sans"/>
                <a:ea typeface="Nimbus Sans"/>
                <a:cs typeface="Nimbus Sans"/>
              </a:defRPr>
            </a:lvl5pPr>
            <a:lvl6pPr algn="l">
              <a:buNone/>
              <a:defRPr sz="3000" b="0">
                <a:solidFill>
                  <a:srgbClr val="173D35"/>
                </a:solidFill>
                <a:latin typeface="Nimbus Sans"/>
                <a:ea typeface="Nimbus Sans"/>
                <a:cs typeface="Nimbus Sans"/>
              </a:defRPr>
            </a:lvl6pPr>
            <a:lvl7pPr algn="l">
              <a:buNone/>
              <a:defRPr sz="3000" b="0">
                <a:solidFill>
                  <a:srgbClr val="173D35"/>
                </a:solidFill>
                <a:latin typeface="Nimbus Sans"/>
                <a:ea typeface="Nimbus Sans"/>
                <a:cs typeface="Nimbus Sans"/>
              </a:defRPr>
            </a:lvl7pPr>
            <a:lvl8pPr algn="l">
              <a:buNone/>
              <a:defRPr sz="3000" b="0">
                <a:solidFill>
                  <a:srgbClr val="173D35"/>
                </a:solidFill>
                <a:latin typeface="Nimbus Sans"/>
                <a:ea typeface="Nimbus Sans"/>
                <a:cs typeface="Nimbus Sans"/>
              </a:defRPr>
            </a:lvl8pPr>
            <a:lvl9pPr algn="l">
              <a:buNone/>
              <a:defRPr sz="3000" b="0">
                <a:solidFill>
                  <a:srgbClr val="173D35"/>
                </a:solidFill>
                <a:latin typeface="Nimbus Sans"/>
                <a:ea typeface="Nimbus Sans"/>
                <a:cs typeface="Nimbus Sans"/>
              </a:defRPr>
            </a:lvl9pPr>
          </a:lstStyle>
          <a:p xmlns:a="http://schemas.openxmlformats.org/drawingml/2006/main">
            <a:pPr algn="l">
              <a:buNone/>
              <a:defRPr sz="3000" b="0">
                <a:solidFill>
                  <a:srgbClr val="173D35"/>
                </a:solidFill>
                <a:latin typeface="Nimbus Sans"/>
                <a:ea typeface="Nimbus Sans"/>
                <a:cs typeface="Nimbus Sans"/>
              </a:defRPr>
            </a:pPr>
            <a:r>
              <a:rPr sz="3000" b="0">
                <a:solidFill>
                  <a:srgbClr val="173D35"/>
                </a:solidFill>
                <a:latin typeface="Nimbus Sans"/>
                <a:ea typeface="Nimbus Sans"/>
                <a:cs typeface="Nimbus Sans"/>
              </a:rPr>
              <a:t>A stock is a small piece of a company.</a:t>
            </a:r>
          </a:p>
        </p:txBody>
      </p:sp>
      <p:sp>
        <p:nvSpPr>
          <p:cNvPr id="4" name="start">
            <a:extLst xmlns:a="http://schemas.openxmlformats.org/drawingml/2006/main">
              <a:ext uri="{FF2B5EF4-FFF2-40B4-BE49-F238E27FC236}">
                <a16:creationId xmlns:a16="http://schemas.microsoft.com/office/drawing/2014/main" id="{9E4D9466-C1D9-49C8-A9DE-061F5805B084}"/>
              </a:ext>
            </a:extLst>
          </p:cNvPr>
          <p:cNvSpPr>
            <a:spLocks xmlns:a="http://schemas.openxmlformats.org/drawingml/2006/main" noGrp="1"/>
          </p:cNvSpPr>
          <p:nvPr/>
        </p:nvSpPr>
        <p:spPr>
          <a:xfrm xmlns:a="http://schemas.openxmlformats.org/drawingml/2006/main">
            <a:off x="685800" y="3095625"/>
            <a:ext cx="45243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350" b="1">
                <a:solidFill>
                  <a:srgbClr val="173D35"/>
                </a:solidFill>
                <a:latin typeface="Nimbus Sans"/>
                <a:ea typeface="Nimbus Sans"/>
                <a:cs typeface="Nimbus Sans"/>
              </a:defRPr>
            </a:defPPr>
            <a:lvl1pPr algn="l">
              <a:buNone/>
              <a:defRPr sz="4350" b="1">
                <a:solidFill>
                  <a:srgbClr val="173D35"/>
                </a:solidFill>
                <a:latin typeface="Nimbus Sans"/>
                <a:ea typeface="Nimbus Sans"/>
                <a:cs typeface="Nimbus Sans"/>
              </a:defRPr>
            </a:lvl1pPr>
            <a:lvl2pPr algn="l">
              <a:buNone/>
              <a:defRPr sz="4350" b="1">
                <a:solidFill>
                  <a:srgbClr val="173D35"/>
                </a:solidFill>
                <a:latin typeface="Nimbus Sans"/>
                <a:ea typeface="Nimbus Sans"/>
                <a:cs typeface="Nimbus Sans"/>
              </a:defRPr>
            </a:lvl2pPr>
            <a:lvl3pPr algn="l">
              <a:buNone/>
              <a:defRPr sz="4350" b="1">
                <a:solidFill>
                  <a:srgbClr val="173D35"/>
                </a:solidFill>
                <a:latin typeface="Nimbus Sans"/>
                <a:ea typeface="Nimbus Sans"/>
                <a:cs typeface="Nimbus Sans"/>
              </a:defRPr>
            </a:lvl3pPr>
            <a:lvl4pPr algn="l">
              <a:buNone/>
              <a:defRPr sz="4350" b="1">
                <a:solidFill>
                  <a:srgbClr val="173D35"/>
                </a:solidFill>
                <a:latin typeface="Nimbus Sans"/>
                <a:ea typeface="Nimbus Sans"/>
                <a:cs typeface="Nimbus Sans"/>
              </a:defRPr>
            </a:lvl4pPr>
            <a:lvl5pPr algn="l">
              <a:buNone/>
              <a:defRPr sz="4350" b="1">
                <a:solidFill>
                  <a:srgbClr val="173D35"/>
                </a:solidFill>
                <a:latin typeface="Nimbus Sans"/>
                <a:ea typeface="Nimbus Sans"/>
                <a:cs typeface="Nimbus Sans"/>
              </a:defRPr>
            </a:lvl5pPr>
            <a:lvl6pPr algn="l">
              <a:buNone/>
              <a:defRPr sz="4350" b="1">
                <a:solidFill>
                  <a:srgbClr val="173D35"/>
                </a:solidFill>
                <a:latin typeface="Nimbus Sans"/>
                <a:ea typeface="Nimbus Sans"/>
                <a:cs typeface="Nimbus Sans"/>
              </a:defRPr>
            </a:lvl6pPr>
            <a:lvl7pPr algn="l">
              <a:buNone/>
              <a:defRPr sz="4350" b="1">
                <a:solidFill>
                  <a:srgbClr val="173D35"/>
                </a:solidFill>
                <a:latin typeface="Nimbus Sans"/>
                <a:ea typeface="Nimbus Sans"/>
                <a:cs typeface="Nimbus Sans"/>
              </a:defRPr>
            </a:lvl7pPr>
            <a:lvl8pPr algn="l">
              <a:buNone/>
              <a:defRPr sz="4350" b="1">
                <a:solidFill>
                  <a:srgbClr val="173D35"/>
                </a:solidFill>
                <a:latin typeface="Nimbus Sans"/>
                <a:ea typeface="Nimbus Sans"/>
                <a:cs typeface="Nimbus Sans"/>
              </a:defRPr>
            </a:lvl8pPr>
            <a:lvl9pPr algn="l">
              <a:buNone/>
              <a:defRPr sz="4350" b="1">
                <a:solidFill>
                  <a:srgbClr val="173D35"/>
                </a:solidFill>
                <a:latin typeface="Nimbus Sans"/>
                <a:ea typeface="Nimbus Sans"/>
                <a:cs typeface="Nimbus Sans"/>
              </a:defRPr>
            </a:lvl9pPr>
          </a:lstStyle>
          <a:p xmlns:a="http://schemas.openxmlformats.org/drawingml/2006/main">
            <a:pPr algn="l">
              <a:buNone/>
              <a:defRPr sz="4350" b="1">
                <a:solidFill>
                  <a:srgbClr val="173D35"/>
                </a:solidFill>
                <a:latin typeface="Nimbus Sans"/>
                <a:ea typeface="Nimbus Sans"/>
                <a:cs typeface="Nimbus Sans"/>
              </a:defRPr>
            </a:pPr>
            <a:r>
              <a:rPr sz="4350" b="1">
                <a:solidFill>
                  <a:srgbClr val="173D35"/>
                </a:solidFill>
                <a:latin typeface="Nimbus Sans"/>
                <a:ea typeface="Nimbus Sans"/>
                <a:cs typeface="Nimbus Sans"/>
              </a:rPr>
              <a:t>$10 invested</a:t>
            </a:r>
          </a:p>
        </p:txBody>
      </p:sp>
      <p:sp>
        <p:nvSpPr>
          <p:cNvPr id="5" name="up">
            <a:extLst xmlns:a="http://schemas.openxmlformats.org/drawingml/2006/main">
              <a:ext uri="{FF2B5EF4-FFF2-40B4-BE49-F238E27FC236}">
                <a16:creationId xmlns:a16="http://schemas.microsoft.com/office/drawing/2014/main" id="{CFDE3B72-8197-494C-AF1C-8C4B267951EA}"/>
              </a:ext>
            </a:extLst>
          </p:cNvPr>
          <p:cNvSpPr>
            <a:spLocks xmlns:a="http://schemas.openxmlformats.org/drawingml/2006/main" noGrp="1"/>
          </p:cNvSpPr>
          <p:nvPr/>
        </p:nvSpPr>
        <p:spPr>
          <a:xfrm xmlns:a="http://schemas.openxmlformats.org/drawingml/2006/main">
            <a:off x="5943600" y="2819400"/>
            <a:ext cx="571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173D35"/>
                </a:solidFill>
                <a:latin typeface="Nimbus Sans"/>
                <a:ea typeface="Nimbus Sans"/>
                <a:cs typeface="Nimbus Sans"/>
              </a:defRPr>
            </a:defPPr>
            <a:lvl1pPr algn="l">
              <a:buNone/>
              <a:defRPr sz="3675" b="1">
                <a:solidFill>
                  <a:srgbClr val="173D35"/>
                </a:solidFill>
                <a:latin typeface="Nimbus Sans"/>
                <a:ea typeface="Nimbus Sans"/>
                <a:cs typeface="Nimbus Sans"/>
              </a:defRPr>
            </a:lvl1pPr>
            <a:lvl2pPr algn="l">
              <a:buNone/>
              <a:defRPr sz="3675" b="1">
                <a:solidFill>
                  <a:srgbClr val="173D35"/>
                </a:solidFill>
                <a:latin typeface="Nimbus Sans"/>
                <a:ea typeface="Nimbus Sans"/>
                <a:cs typeface="Nimbus Sans"/>
              </a:defRPr>
            </a:lvl2pPr>
            <a:lvl3pPr algn="l">
              <a:buNone/>
              <a:defRPr sz="3675" b="1">
                <a:solidFill>
                  <a:srgbClr val="173D35"/>
                </a:solidFill>
                <a:latin typeface="Nimbus Sans"/>
                <a:ea typeface="Nimbus Sans"/>
                <a:cs typeface="Nimbus Sans"/>
              </a:defRPr>
            </a:lvl3pPr>
            <a:lvl4pPr algn="l">
              <a:buNone/>
              <a:defRPr sz="3675" b="1">
                <a:solidFill>
                  <a:srgbClr val="173D35"/>
                </a:solidFill>
                <a:latin typeface="Nimbus Sans"/>
                <a:ea typeface="Nimbus Sans"/>
                <a:cs typeface="Nimbus Sans"/>
              </a:defRPr>
            </a:lvl4pPr>
            <a:lvl5pPr algn="l">
              <a:buNone/>
              <a:defRPr sz="3675" b="1">
                <a:solidFill>
                  <a:srgbClr val="173D35"/>
                </a:solidFill>
                <a:latin typeface="Nimbus Sans"/>
                <a:ea typeface="Nimbus Sans"/>
                <a:cs typeface="Nimbus Sans"/>
              </a:defRPr>
            </a:lvl5pPr>
            <a:lvl6pPr algn="l">
              <a:buNone/>
              <a:defRPr sz="3675" b="1">
                <a:solidFill>
                  <a:srgbClr val="173D35"/>
                </a:solidFill>
                <a:latin typeface="Nimbus Sans"/>
                <a:ea typeface="Nimbus Sans"/>
                <a:cs typeface="Nimbus Sans"/>
              </a:defRPr>
            </a:lvl6pPr>
            <a:lvl7pPr algn="l">
              <a:buNone/>
              <a:defRPr sz="3675" b="1">
                <a:solidFill>
                  <a:srgbClr val="173D35"/>
                </a:solidFill>
                <a:latin typeface="Nimbus Sans"/>
                <a:ea typeface="Nimbus Sans"/>
                <a:cs typeface="Nimbus Sans"/>
              </a:defRPr>
            </a:lvl7pPr>
            <a:lvl8pPr algn="l">
              <a:buNone/>
              <a:defRPr sz="3675" b="1">
                <a:solidFill>
                  <a:srgbClr val="173D35"/>
                </a:solidFill>
                <a:latin typeface="Nimbus Sans"/>
                <a:ea typeface="Nimbus Sans"/>
                <a:cs typeface="Nimbus Sans"/>
              </a:defRPr>
            </a:lvl8pPr>
            <a:lvl9pPr algn="l">
              <a:buNone/>
              <a:defRPr sz="3675" b="1">
                <a:solidFill>
                  <a:srgbClr val="173D35"/>
                </a:solidFill>
                <a:latin typeface="Nimbus Sans"/>
                <a:ea typeface="Nimbus Sans"/>
                <a:cs typeface="Nimbus Sans"/>
              </a:defRPr>
            </a:lvl9pPr>
          </a:lstStyle>
          <a:p xmlns:a="http://schemas.openxmlformats.org/drawingml/2006/main">
            <a:pPr algn="l">
              <a:buNone/>
              <a:defRPr sz="3675" b="1">
                <a:solidFill>
                  <a:srgbClr val="173D35"/>
                </a:solidFill>
                <a:latin typeface="Nimbus Sans"/>
                <a:ea typeface="Nimbus Sans"/>
                <a:cs typeface="Nimbus Sans"/>
              </a:defRPr>
            </a:pPr>
            <a:r>
              <a:rPr sz="3675" b="1">
                <a:solidFill>
                  <a:srgbClr val="173D35"/>
                </a:solidFill>
                <a:latin typeface="Nimbus Sans"/>
                <a:ea typeface="Nimbus Sans"/>
                <a:cs typeface="Nimbus Sans"/>
              </a:rPr>
              <a:t>Could become $12</a:t>
            </a:r>
          </a:p>
        </p:txBody>
      </p:sp>
      <p:sp>
        <p:nvSpPr>
          <p:cNvPr id="6" name="down">
            <a:extLst xmlns:a="http://schemas.openxmlformats.org/drawingml/2006/main">
              <a:ext uri="{FF2B5EF4-FFF2-40B4-BE49-F238E27FC236}">
                <a16:creationId xmlns:a16="http://schemas.microsoft.com/office/drawing/2014/main" id="{16ECF270-A71C-4D64-840E-C6A5AC6C96BB}"/>
              </a:ext>
            </a:extLst>
          </p:cNvPr>
          <p:cNvSpPr>
            <a:spLocks xmlns:a="http://schemas.openxmlformats.org/drawingml/2006/main" noGrp="1"/>
          </p:cNvSpPr>
          <p:nvPr/>
        </p:nvSpPr>
        <p:spPr>
          <a:xfrm xmlns:a="http://schemas.openxmlformats.org/drawingml/2006/main">
            <a:off x="5943600" y="3943350"/>
            <a:ext cx="571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A3432C"/>
                </a:solidFill>
                <a:latin typeface="Nimbus Sans"/>
                <a:ea typeface="Nimbus Sans"/>
                <a:cs typeface="Nimbus Sans"/>
              </a:defRPr>
            </a:defPPr>
            <a:lvl1pPr algn="l">
              <a:buNone/>
              <a:defRPr sz="3675" b="1">
                <a:solidFill>
                  <a:srgbClr val="A3432C"/>
                </a:solidFill>
                <a:latin typeface="Nimbus Sans"/>
                <a:ea typeface="Nimbus Sans"/>
                <a:cs typeface="Nimbus Sans"/>
              </a:defRPr>
            </a:lvl1pPr>
            <a:lvl2pPr algn="l">
              <a:buNone/>
              <a:defRPr sz="3675" b="1">
                <a:solidFill>
                  <a:srgbClr val="A3432C"/>
                </a:solidFill>
                <a:latin typeface="Nimbus Sans"/>
                <a:ea typeface="Nimbus Sans"/>
                <a:cs typeface="Nimbus Sans"/>
              </a:defRPr>
            </a:lvl2pPr>
            <a:lvl3pPr algn="l">
              <a:buNone/>
              <a:defRPr sz="3675" b="1">
                <a:solidFill>
                  <a:srgbClr val="A3432C"/>
                </a:solidFill>
                <a:latin typeface="Nimbus Sans"/>
                <a:ea typeface="Nimbus Sans"/>
                <a:cs typeface="Nimbus Sans"/>
              </a:defRPr>
            </a:lvl3pPr>
            <a:lvl4pPr algn="l">
              <a:buNone/>
              <a:defRPr sz="3675" b="1">
                <a:solidFill>
                  <a:srgbClr val="A3432C"/>
                </a:solidFill>
                <a:latin typeface="Nimbus Sans"/>
                <a:ea typeface="Nimbus Sans"/>
                <a:cs typeface="Nimbus Sans"/>
              </a:defRPr>
            </a:lvl4pPr>
            <a:lvl5pPr algn="l">
              <a:buNone/>
              <a:defRPr sz="3675" b="1">
                <a:solidFill>
                  <a:srgbClr val="A3432C"/>
                </a:solidFill>
                <a:latin typeface="Nimbus Sans"/>
                <a:ea typeface="Nimbus Sans"/>
                <a:cs typeface="Nimbus Sans"/>
              </a:defRPr>
            </a:lvl5pPr>
            <a:lvl6pPr algn="l">
              <a:buNone/>
              <a:defRPr sz="3675" b="1">
                <a:solidFill>
                  <a:srgbClr val="A3432C"/>
                </a:solidFill>
                <a:latin typeface="Nimbus Sans"/>
                <a:ea typeface="Nimbus Sans"/>
                <a:cs typeface="Nimbus Sans"/>
              </a:defRPr>
            </a:lvl6pPr>
            <a:lvl7pPr algn="l">
              <a:buNone/>
              <a:defRPr sz="3675" b="1">
                <a:solidFill>
                  <a:srgbClr val="A3432C"/>
                </a:solidFill>
                <a:latin typeface="Nimbus Sans"/>
                <a:ea typeface="Nimbus Sans"/>
                <a:cs typeface="Nimbus Sans"/>
              </a:defRPr>
            </a:lvl7pPr>
            <a:lvl8pPr algn="l">
              <a:buNone/>
              <a:defRPr sz="3675" b="1">
                <a:solidFill>
                  <a:srgbClr val="A3432C"/>
                </a:solidFill>
                <a:latin typeface="Nimbus Sans"/>
                <a:ea typeface="Nimbus Sans"/>
                <a:cs typeface="Nimbus Sans"/>
              </a:defRPr>
            </a:lvl8pPr>
            <a:lvl9pPr algn="l">
              <a:buNone/>
              <a:defRPr sz="3675" b="1">
                <a:solidFill>
                  <a:srgbClr val="A3432C"/>
                </a:solidFill>
                <a:latin typeface="Nimbus Sans"/>
                <a:ea typeface="Nimbus Sans"/>
                <a:cs typeface="Nimbus Sans"/>
              </a:defRPr>
            </a:lvl9pPr>
          </a:lstStyle>
          <a:p xmlns:a="http://schemas.openxmlformats.org/drawingml/2006/main">
            <a:pPr algn="l">
              <a:buNone/>
              <a:defRPr sz="3675" b="1">
                <a:solidFill>
                  <a:srgbClr val="A3432C"/>
                </a:solidFill>
                <a:latin typeface="Nimbus Sans"/>
                <a:ea typeface="Nimbus Sans"/>
                <a:cs typeface="Nimbus Sans"/>
              </a:defRPr>
            </a:pPr>
            <a:r>
              <a:rPr sz="3675" b="1">
                <a:solidFill>
                  <a:srgbClr val="A3432C"/>
                </a:solidFill>
                <a:latin typeface="Nimbus Sans"/>
                <a:ea typeface="Nimbus Sans"/>
                <a:cs typeface="Nimbus Sans"/>
              </a:rPr>
              <a:t>Could become $8</a:t>
            </a:r>
          </a:p>
        </p:txBody>
      </p:sp>
      <p:sp>
        <p:nvSpPr>
          <p:cNvPr id="7" name="caveat">
            <a:extLst xmlns:a="http://schemas.openxmlformats.org/drawingml/2006/main">
              <a:ext uri="{FF2B5EF4-FFF2-40B4-BE49-F238E27FC236}">
                <a16:creationId xmlns:a16="http://schemas.microsoft.com/office/drawing/2014/main" id="{57BFAB1C-5F7A-4892-B488-472810F387B2}"/>
              </a:ext>
            </a:extLst>
          </p:cNvPr>
          <p:cNvSpPr>
            <a:spLocks xmlns:a="http://schemas.openxmlformats.org/drawingml/2006/main" noGrp="1"/>
          </p:cNvSpPr>
          <p:nvPr/>
        </p:nvSpPr>
        <p:spPr>
          <a:xfrm xmlns:a="http://schemas.openxmlformats.org/drawingml/2006/main">
            <a:off x="685800" y="5495925"/>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55655E"/>
                </a:solidFill>
                <a:latin typeface="Nimbus Sans"/>
                <a:ea typeface="Nimbus Sans"/>
                <a:cs typeface="Nimbus Sans"/>
              </a:defRPr>
            </a:defPPr>
            <a:lvl1pPr algn="l">
              <a:buNone/>
              <a:defRPr sz="2250" b="0">
                <a:solidFill>
                  <a:srgbClr val="55655E"/>
                </a:solidFill>
                <a:latin typeface="Nimbus Sans"/>
                <a:ea typeface="Nimbus Sans"/>
                <a:cs typeface="Nimbus Sans"/>
              </a:defRPr>
            </a:lvl1pPr>
            <a:lvl2pPr algn="l">
              <a:buNone/>
              <a:defRPr sz="2250" b="0">
                <a:solidFill>
                  <a:srgbClr val="55655E"/>
                </a:solidFill>
                <a:latin typeface="Nimbus Sans"/>
                <a:ea typeface="Nimbus Sans"/>
                <a:cs typeface="Nimbus Sans"/>
              </a:defRPr>
            </a:lvl2pPr>
            <a:lvl3pPr algn="l">
              <a:buNone/>
              <a:defRPr sz="2250" b="0">
                <a:solidFill>
                  <a:srgbClr val="55655E"/>
                </a:solidFill>
                <a:latin typeface="Nimbus Sans"/>
                <a:ea typeface="Nimbus Sans"/>
                <a:cs typeface="Nimbus Sans"/>
              </a:defRPr>
            </a:lvl3pPr>
            <a:lvl4pPr algn="l">
              <a:buNone/>
              <a:defRPr sz="2250" b="0">
                <a:solidFill>
                  <a:srgbClr val="55655E"/>
                </a:solidFill>
                <a:latin typeface="Nimbus Sans"/>
                <a:ea typeface="Nimbus Sans"/>
                <a:cs typeface="Nimbus Sans"/>
              </a:defRPr>
            </a:lvl4pPr>
            <a:lvl5pPr algn="l">
              <a:buNone/>
              <a:defRPr sz="2250" b="0">
                <a:solidFill>
                  <a:srgbClr val="55655E"/>
                </a:solidFill>
                <a:latin typeface="Nimbus Sans"/>
                <a:ea typeface="Nimbus Sans"/>
                <a:cs typeface="Nimbus Sans"/>
              </a:defRPr>
            </a:lvl5pPr>
            <a:lvl6pPr algn="l">
              <a:buNone/>
              <a:defRPr sz="2250" b="0">
                <a:solidFill>
                  <a:srgbClr val="55655E"/>
                </a:solidFill>
                <a:latin typeface="Nimbus Sans"/>
                <a:ea typeface="Nimbus Sans"/>
                <a:cs typeface="Nimbus Sans"/>
              </a:defRPr>
            </a:lvl6pPr>
            <a:lvl7pPr algn="l">
              <a:buNone/>
              <a:defRPr sz="2250" b="0">
                <a:solidFill>
                  <a:srgbClr val="55655E"/>
                </a:solidFill>
                <a:latin typeface="Nimbus Sans"/>
                <a:ea typeface="Nimbus Sans"/>
                <a:cs typeface="Nimbus Sans"/>
              </a:defRPr>
            </a:lvl7pPr>
            <a:lvl8pPr algn="l">
              <a:buNone/>
              <a:defRPr sz="2250" b="0">
                <a:solidFill>
                  <a:srgbClr val="55655E"/>
                </a:solidFill>
                <a:latin typeface="Nimbus Sans"/>
                <a:ea typeface="Nimbus Sans"/>
                <a:cs typeface="Nimbus Sans"/>
              </a:defRPr>
            </a:lvl8pPr>
            <a:lvl9pPr algn="l">
              <a:buNone/>
              <a:defRPr sz="2250" b="0">
                <a:solidFill>
                  <a:srgbClr val="55655E"/>
                </a:solidFill>
                <a:latin typeface="Nimbus Sans"/>
                <a:ea typeface="Nimbus Sans"/>
                <a:cs typeface="Nimbus Sans"/>
              </a:defRPr>
            </a:lvl9pPr>
          </a:lstStyle>
          <a:p xmlns:a="http://schemas.openxmlformats.org/drawingml/2006/main">
            <a:pPr algn="l">
              <a:buNone/>
              <a:defRPr sz="2250" b="0">
                <a:solidFill>
                  <a:srgbClr val="55655E"/>
                </a:solidFill>
                <a:latin typeface="Nimbus Sans"/>
                <a:ea typeface="Nimbus Sans"/>
                <a:cs typeface="Nimbus Sans"/>
              </a:defRPr>
            </a:pPr>
            <a:r>
              <a:rPr sz="2250" b="0">
                <a:solidFill>
                  <a:srgbClr val="55655E"/>
                </a:solidFill>
                <a:latin typeface="Nimbus Sans"/>
                <a:ea typeface="Nimbus Sans"/>
                <a:cs typeface="Nimbus Sans"/>
              </a:rPr>
              <a:t>These are made-up outcomes. Growth is never guaranteed.</a:t>
            </a:r>
          </a:p>
        </p:txBody>
      </p:sp>
    </p:spTree>
    <p:extLst>
      <p:ext uri="{BB962C8B-B14F-4D97-AF65-F5344CB8AC3E}">
        <p14:creationId xmlns:p14="http://schemas.microsoft.com/office/powerpoint/2010/main" val="568671026"/>
      </p:ext>
    </p:extLst>
  </p:cSld>
</p:sld>
</file>

<file path=ppt/slides/slide21.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00BC06D3-A64A-4CEA-9A87-D62D0A84A6E0}"/>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defRPr sz="3900" b="1">
                <a:solidFill>
                  <a:srgbClr val="173D35"/>
                </a:solidFill>
                <a:latin typeface="Nimbus Sans"/>
                <a:ea typeface="Nimbus Sans"/>
                <a:cs typeface="Nimbus Sans"/>
              </a:defRPr>
            </a:lvl1pPr>
            <a:lvl2pPr algn="l">
              <a:defRPr sz="3900" b="1">
                <a:solidFill>
                  <a:srgbClr val="173D35"/>
                </a:solidFill>
                <a:latin typeface="Nimbus Sans"/>
                <a:ea typeface="Nimbus Sans"/>
                <a:cs typeface="Nimbus Sans"/>
              </a:defRPr>
            </a:lvl2pPr>
            <a:lvl3pPr algn="l">
              <a:defRPr sz="3900" b="1">
                <a:solidFill>
                  <a:srgbClr val="173D35"/>
                </a:solidFill>
                <a:latin typeface="Nimbus Sans"/>
                <a:ea typeface="Nimbus Sans"/>
                <a:cs typeface="Nimbus Sans"/>
              </a:defRPr>
            </a:lvl3pPr>
            <a:lvl4pPr algn="l">
              <a:defRPr sz="3900" b="1">
                <a:solidFill>
                  <a:srgbClr val="173D35"/>
                </a:solidFill>
                <a:latin typeface="Nimbus Sans"/>
                <a:ea typeface="Nimbus Sans"/>
                <a:cs typeface="Nimbus Sans"/>
              </a:defRPr>
            </a:lvl4pPr>
            <a:lvl5pPr algn="l">
              <a:defRPr sz="3900" b="1">
                <a:solidFill>
                  <a:srgbClr val="173D35"/>
                </a:solidFill>
                <a:latin typeface="Nimbus Sans"/>
                <a:ea typeface="Nimbus Sans"/>
                <a:cs typeface="Nimbus Sans"/>
              </a:defRPr>
            </a:lvl5pPr>
            <a:lvl6pPr algn="l">
              <a:defRPr sz="3900" b="1">
                <a:solidFill>
                  <a:srgbClr val="173D35"/>
                </a:solidFill>
                <a:latin typeface="Nimbus Sans"/>
                <a:ea typeface="Nimbus Sans"/>
                <a:cs typeface="Nimbus Sans"/>
              </a:defRPr>
            </a:lvl6pPr>
            <a:lvl7pPr algn="l">
              <a:defRPr sz="3900" b="1">
                <a:solidFill>
                  <a:srgbClr val="173D35"/>
                </a:solidFill>
                <a:latin typeface="Nimbus Sans"/>
                <a:ea typeface="Nimbus Sans"/>
                <a:cs typeface="Nimbus Sans"/>
              </a:defRPr>
            </a:lvl7pPr>
            <a:lvl8pPr algn="l">
              <a:defRPr sz="3900" b="1">
                <a:solidFill>
                  <a:srgbClr val="173D35"/>
                </a:solidFill>
                <a:latin typeface="Nimbus Sans"/>
                <a:ea typeface="Nimbus Sans"/>
                <a:cs typeface="Nimbus Sans"/>
              </a:defRPr>
            </a:lvl8pPr>
            <a:lvl9pPr algn="l">
              <a:defRPr sz="3900" b="1">
                <a:solidFill>
                  <a:srgbClr val="173D35"/>
                </a:solidFill>
                <a:latin typeface="Nimbus Sans"/>
                <a:ea typeface="Nimbus Sans"/>
                <a:cs typeface="Nimbus Sans"/>
              </a:defRPr>
            </a:lvl9pPr>
          </a:lstStyle>
          <a:p xmlns:a="http://schemas.openxmlformats.org/drawingml/2006/main">
            <a:pPr algn="l">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A message offers “free game coins”</a:t>
            </a:r>
          </a:p>
        </p:txBody>
      </p:sp>
      <p:sp>
        <p:nvSpPr>
          <p:cNvPr id="2" name="message">
            <a:extLst xmlns:a="http://schemas.openxmlformats.org/drawingml/2006/main">
              <a:ext uri="{FF2B5EF4-FFF2-40B4-BE49-F238E27FC236}">
                <a16:creationId xmlns:a16="http://schemas.microsoft.com/office/drawing/2014/main" id="{819E0BF6-5B37-4874-90C9-2E72D7826308}"/>
              </a:ext>
            </a:extLst>
          </p:cNvPr>
          <p:cNvSpPr>
            <a:spLocks xmlns:a="http://schemas.openxmlformats.org/drawingml/2006/main" noGrp="1"/>
          </p:cNvSpPr>
          <p:nvPr/>
        </p:nvSpPr>
        <p:spPr>
          <a:xfrm xmlns:a="http://schemas.openxmlformats.org/drawingml/2006/main">
            <a:off x="685800" y="2009775"/>
            <a:ext cx="10668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350" b="1">
                <a:solidFill>
                  <a:srgbClr val="A3432C"/>
                </a:solidFill>
                <a:latin typeface="Nimbus Sans"/>
                <a:ea typeface="Nimbus Sans"/>
                <a:cs typeface="Nimbus Sans"/>
              </a:defRPr>
            </a:defPPr>
            <a:lvl1pPr algn="l">
              <a:defRPr sz="4350" b="1">
                <a:solidFill>
                  <a:srgbClr val="A3432C"/>
                </a:solidFill>
                <a:latin typeface="Nimbus Sans"/>
                <a:ea typeface="Nimbus Sans"/>
                <a:cs typeface="Nimbus Sans"/>
              </a:defRPr>
            </a:lvl1pPr>
            <a:lvl2pPr algn="l">
              <a:defRPr sz="4350" b="1">
                <a:solidFill>
                  <a:srgbClr val="A3432C"/>
                </a:solidFill>
                <a:latin typeface="Nimbus Sans"/>
                <a:ea typeface="Nimbus Sans"/>
                <a:cs typeface="Nimbus Sans"/>
              </a:defRPr>
            </a:lvl2pPr>
            <a:lvl3pPr algn="l">
              <a:defRPr sz="4350" b="1">
                <a:solidFill>
                  <a:srgbClr val="A3432C"/>
                </a:solidFill>
                <a:latin typeface="Nimbus Sans"/>
                <a:ea typeface="Nimbus Sans"/>
                <a:cs typeface="Nimbus Sans"/>
              </a:defRPr>
            </a:lvl3pPr>
            <a:lvl4pPr algn="l">
              <a:defRPr sz="4350" b="1">
                <a:solidFill>
                  <a:srgbClr val="A3432C"/>
                </a:solidFill>
                <a:latin typeface="Nimbus Sans"/>
                <a:ea typeface="Nimbus Sans"/>
                <a:cs typeface="Nimbus Sans"/>
              </a:defRPr>
            </a:lvl4pPr>
            <a:lvl5pPr algn="l">
              <a:defRPr sz="4350" b="1">
                <a:solidFill>
                  <a:srgbClr val="A3432C"/>
                </a:solidFill>
                <a:latin typeface="Nimbus Sans"/>
                <a:ea typeface="Nimbus Sans"/>
                <a:cs typeface="Nimbus Sans"/>
              </a:defRPr>
            </a:lvl5pPr>
            <a:lvl6pPr algn="l">
              <a:defRPr sz="4350" b="1">
                <a:solidFill>
                  <a:srgbClr val="A3432C"/>
                </a:solidFill>
                <a:latin typeface="Nimbus Sans"/>
                <a:ea typeface="Nimbus Sans"/>
                <a:cs typeface="Nimbus Sans"/>
              </a:defRPr>
            </a:lvl6pPr>
            <a:lvl7pPr algn="l">
              <a:defRPr sz="4350" b="1">
                <a:solidFill>
                  <a:srgbClr val="A3432C"/>
                </a:solidFill>
                <a:latin typeface="Nimbus Sans"/>
                <a:ea typeface="Nimbus Sans"/>
                <a:cs typeface="Nimbus Sans"/>
              </a:defRPr>
            </a:lvl7pPr>
            <a:lvl8pPr algn="l">
              <a:defRPr sz="4350" b="1">
                <a:solidFill>
                  <a:srgbClr val="A3432C"/>
                </a:solidFill>
                <a:latin typeface="Nimbus Sans"/>
                <a:ea typeface="Nimbus Sans"/>
                <a:cs typeface="Nimbus Sans"/>
              </a:defRPr>
            </a:lvl8pPr>
            <a:lvl9pPr algn="l">
              <a:defRPr sz="4350" b="1">
                <a:solidFill>
                  <a:srgbClr val="A3432C"/>
                </a:solidFill>
                <a:latin typeface="Nimbus Sans"/>
                <a:ea typeface="Nimbus Sans"/>
                <a:cs typeface="Nimbus Sans"/>
              </a:defRPr>
            </a:lvl9pPr>
          </a:lstStyle>
          <a:p xmlns:a="http://schemas.openxmlformats.org/drawingml/2006/main">
            <a:pPr algn="l">
              <a:defRPr sz="4350" b="1">
                <a:solidFill>
                  <a:srgbClr val="A3432C"/>
                </a:solidFill>
                <a:latin typeface="Nimbus Sans"/>
                <a:ea typeface="Nimbus Sans"/>
                <a:cs typeface="Nimbus Sans"/>
              </a:defRPr>
            </a:pPr>
            <a:r>
              <a:rPr sz="4350" b="1">
                <a:solidFill>
                  <a:srgbClr val="A3432C"/>
                </a:solidFill>
                <a:latin typeface="Nimbus Sans"/>
                <a:ea typeface="Nimbus Sans"/>
                <a:cs typeface="Nimbus Sans"/>
              </a:rPr>
              <a:t>“Enter a card number</a:t>
            </a:r>
          </a:p>
          <a:p xmlns:a="http://schemas.openxmlformats.org/drawingml/2006/main">
            <a:pPr algn="l">
              <a:defRPr sz="4350" b="1">
                <a:solidFill>
                  <a:srgbClr val="A3432C"/>
                </a:solidFill>
                <a:latin typeface="Nimbus Sans"/>
                <a:ea typeface="Nimbus Sans"/>
                <a:cs typeface="Nimbus Sans"/>
              </a:defRPr>
            </a:pPr>
            <a:r>
              <a:rPr sz="4350" b="1">
                <a:solidFill>
                  <a:srgbClr val="A3432C"/>
                </a:solidFill>
                <a:latin typeface="Nimbus Sans"/>
                <a:ea typeface="Nimbus Sans"/>
                <a:cs typeface="Nimbus Sans"/>
              </a:rPr>
              <a:t>to claim your prize.”</a:t>
            </a:r>
          </a:p>
        </p:txBody>
      </p:sp>
      <p:sp>
        <p:nvSpPr>
          <p:cNvPr id="3" name="question">
            <a:extLst xmlns:a="http://schemas.openxmlformats.org/drawingml/2006/main">
              <a:ext uri="{FF2B5EF4-FFF2-40B4-BE49-F238E27FC236}">
                <a16:creationId xmlns:a16="http://schemas.microsoft.com/office/drawing/2014/main" id="{384D7619-9BB0-41E1-A386-7716B0D16F38}"/>
              </a:ext>
            </a:extLst>
          </p:cNvPr>
          <p:cNvSpPr>
            <a:spLocks xmlns:a="http://schemas.openxmlformats.org/drawingml/2006/main" noGrp="1"/>
          </p:cNvSpPr>
          <p:nvPr/>
        </p:nvSpPr>
        <p:spPr>
          <a:xfrm xmlns:a="http://schemas.openxmlformats.org/drawingml/2006/main">
            <a:off x="685800" y="4029075"/>
            <a:ext cx="10668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3D35"/>
                </a:solidFill>
                <a:latin typeface="Nimbus Sans"/>
                <a:ea typeface="Nimbus Sans"/>
                <a:cs typeface="Nimbus Sans"/>
              </a:defRPr>
            </a:defPPr>
            <a:lvl1pPr algn="l">
              <a:defRPr sz="3450" b="1">
                <a:solidFill>
                  <a:srgbClr val="173D35"/>
                </a:solidFill>
                <a:latin typeface="Nimbus Sans"/>
                <a:ea typeface="Nimbus Sans"/>
                <a:cs typeface="Nimbus Sans"/>
              </a:defRPr>
            </a:lvl1pPr>
            <a:lvl2pPr algn="l">
              <a:defRPr sz="3450" b="1">
                <a:solidFill>
                  <a:srgbClr val="173D35"/>
                </a:solidFill>
                <a:latin typeface="Nimbus Sans"/>
                <a:ea typeface="Nimbus Sans"/>
                <a:cs typeface="Nimbus Sans"/>
              </a:defRPr>
            </a:lvl2pPr>
            <a:lvl3pPr algn="l">
              <a:defRPr sz="3450" b="1">
                <a:solidFill>
                  <a:srgbClr val="173D35"/>
                </a:solidFill>
                <a:latin typeface="Nimbus Sans"/>
                <a:ea typeface="Nimbus Sans"/>
                <a:cs typeface="Nimbus Sans"/>
              </a:defRPr>
            </a:lvl3pPr>
            <a:lvl4pPr algn="l">
              <a:defRPr sz="3450" b="1">
                <a:solidFill>
                  <a:srgbClr val="173D35"/>
                </a:solidFill>
                <a:latin typeface="Nimbus Sans"/>
                <a:ea typeface="Nimbus Sans"/>
                <a:cs typeface="Nimbus Sans"/>
              </a:defRPr>
            </a:lvl4pPr>
            <a:lvl5pPr algn="l">
              <a:defRPr sz="3450" b="1">
                <a:solidFill>
                  <a:srgbClr val="173D35"/>
                </a:solidFill>
                <a:latin typeface="Nimbus Sans"/>
                <a:ea typeface="Nimbus Sans"/>
                <a:cs typeface="Nimbus Sans"/>
              </a:defRPr>
            </a:lvl5pPr>
            <a:lvl6pPr algn="l">
              <a:defRPr sz="3450" b="1">
                <a:solidFill>
                  <a:srgbClr val="173D35"/>
                </a:solidFill>
                <a:latin typeface="Nimbus Sans"/>
                <a:ea typeface="Nimbus Sans"/>
                <a:cs typeface="Nimbus Sans"/>
              </a:defRPr>
            </a:lvl6pPr>
            <a:lvl7pPr algn="l">
              <a:defRPr sz="3450" b="1">
                <a:solidFill>
                  <a:srgbClr val="173D35"/>
                </a:solidFill>
                <a:latin typeface="Nimbus Sans"/>
                <a:ea typeface="Nimbus Sans"/>
                <a:cs typeface="Nimbus Sans"/>
              </a:defRPr>
            </a:lvl7pPr>
            <a:lvl8pPr algn="l">
              <a:defRPr sz="3450" b="1">
                <a:solidFill>
                  <a:srgbClr val="173D35"/>
                </a:solidFill>
                <a:latin typeface="Nimbus Sans"/>
                <a:ea typeface="Nimbus Sans"/>
                <a:cs typeface="Nimbus Sans"/>
              </a:defRPr>
            </a:lvl8pPr>
            <a:lvl9pPr algn="l">
              <a:defRPr sz="3450" b="1">
                <a:solidFill>
                  <a:srgbClr val="173D35"/>
                </a:solidFill>
                <a:latin typeface="Nimbus Sans"/>
                <a:ea typeface="Nimbus Sans"/>
                <a:cs typeface="Nimbus Sans"/>
              </a:defRPr>
            </a:lvl9pPr>
          </a:lstStyle>
          <a:p xmlns:a="http://schemas.openxmlformats.org/drawingml/2006/main">
            <a:pPr algn="l">
              <a:defRPr sz="3450" b="1">
                <a:solidFill>
                  <a:srgbClr val="173D35"/>
                </a:solidFill>
                <a:latin typeface="Nimbus Sans"/>
                <a:ea typeface="Nimbus Sans"/>
                <a:cs typeface="Nimbus Sans"/>
              </a:defRPr>
            </a:pPr>
            <a:r>
              <a:rPr sz="3450" b="1">
                <a:solidFill>
                  <a:srgbClr val="173D35"/>
                </a:solidFill>
                <a:latin typeface="Nimbus Sans"/>
                <a:ea typeface="Nimbus Sans"/>
                <a:cs typeface="Nimbus Sans"/>
              </a:rPr>
              <a:t>What would you do first?</a:t>
            </a:r>
          </a:p>
        </p:txBody>
      </p:sp>
      <p:sp>
        <p:nvSpPr>
          <p:cNvPr id="4" name="reminder">
            <a:extLst xmlns:a="http://schemas.openxmlformats.org/drawingml/2006/main">
              <a:ext uri="{FF2B5EF4-FFF2-40B4-BE49-F238E27FC236}">
                <a16:creationId xmlns:a16="http://schemas.microsoft.com/office/drawing/2014/main" id="{6DF7A426-E6B6-48E2-BE3D-360B1D0D35AD}"/>
              </a:ext>
            </a:extLst>
          </p:cNvPr>
          <p:cNvSpPr>
            <a:spLocks xmlns:a="http://schemas.openxmlformats.org/drawingml/2006/main" noGrp="1"/>
          </p:cNvSpPr>
          <p:nvPr/>
        </p:nvSpPr>
        <p:spPr>
          <a:xfrm xmlns:a="http://schemas.openxmlformats.org/drawingml/2006/main">
            <a:off x="685800" y="5391150"/>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55655E"/>
                </a:solidFill>
                <a:latin typeface="Nimbus Sans"/>
                <a:ea typeface="Nimbus Sans"/>
                <a:cs typeface="Nimbus Sans"/>
              </a:defRPr>
            </a:defPPr>
            <a:lvl1pPr algn="l">
              <a:defRPr sz="2550" b="0">
                <a:solidFill>
                  <a:srgbClr val="55655E"/>
                </a:solidFill>
                <a:latin typeface="Nimbus Sans"/>
                <a:ea typeface="Nimbus Sans"/>
                <a:cs typeface="Nimbus Sans"/>
              </a:defRPr>
            </a:lvl1pPr>
            <a:lvl2pPr algn="l">
              <a:defRPr sz="2550" b="0">
                <a:solidFill>
                  <a:srgbClr val="55655E"/>
                </a:solidFill>
                <a:latin typeface="Nimbus Sans"/>
                <a:ea typeface="Nimbus Sans"/>
                <a:cs typeface="Nimbus Sans"/>
              </a:defRPr>
            </a:lvl2pPr>
            <a:lvl3pPr algn="l">
              <a:defRPr sz="2550" b="0">
                <a:solidFill>
                  <a:srgbClr val="55655E"/>
                </a:solidFill>
                <a:latin typeface="Nimbus Sans"/>
                <a:ea typeface="Nimbus Sans"/>
                <a:cs typeface="Nimbus Sans"/>
              </a:defRPr>
            </a:lvl3pPr>
            <a:lvl4pPr algn="l">
              <a:defRPr sz="2550" b="0">
                <a:solidFill>
                  <a:srgbClr val="55655E"/>
                </a:solidFill>
                <a:latin typeface="Nimbus Sans"/>
                <a:ea typeface="Nimbus Sans"/>
                <a:cs typeface="Nimbus Sans"/>
              </a:defRPr>
            </a:lvl4pPr>
            <a:lvl5pPr algn="l">
              <a:defRPr sz="2550" b="0">
                <a:solidFill>
                  <a:srgbClr val="55655E"/>
                </a:solidFill>
                <a:latin typeface="Nimbus Sans"/>
                <a:ea typeface="Nimbus Sans"/>
                <a:cs typeface="Nimbus Sans"/>
              </a:defRPr>
            </a:lvl5pPr>
            <a:lvl6pPr algn="l">
              <a:defRPr sz="2550" b="0">
                <a:solidFill>
                  <a:srgbClr val="55655E"/>
                </a:solidFill>
                <a:latin typeface="Nimbus Sans"/>
                <a:ea typeface="Nimbus Sans"/>
                <a:cs typeface="Nimbus Sans"/>
              </a:defRPr>
            </a:lvl6pPr>
            <a:lvl7pPr algn="l">
              <a:defRPr sz="2550" b="0">
                <a:solidFill>
                  <a:srgbClr val="55655E"/>
                </a:solidFill>
                <a:latin typeface="Nimbus Sans"/>
                <a:ea typeface="Nimbus Sans"/>
                <a:cs typeface="Nimbus Sans"/>
              </a:defRPr>
            </a:lvl7pPr>
            <a:lvl8pPr algn="l">
              <a:defRPr sz="2550" b="0">
                <a:solidFill>
                  <a:srgbClr val="55655E"/>
                </a:solidFill>
                <a:latin typeface="Nimbus Sans"/>
                <a:ea typeface="Nimbus Sans"/>
                <a:cs typeface="Nimbus Sans"/>
              </a:defRPr>
            </a:lvl8pPr>
            <a:lvl9pPr algn="l">
              <a:defRPr sz="2550" b="0">
                <a:solidFill>
                  <a:srgbClr val="55655E"/>
                </a:solidFill>
                <a:latin typeface="Nimbus Sans"/>
                <a:ea typeface="Nimbus Sans"/>
                <a:cs typeface="Nimbus Sans"/>
              </a:defRPr>
            </a:lvl9pPr>
          </a:lstStyle>
          <a:p xmlns:a="http://schemas.openxmlformats.org/drawingml/2006/main">
            <a:pPr algn="l">
              <a:defRPr sz="2550" b="0">
                <a:solidFill>
                  <a:srgbClr val="55655E"/>
                </a:solidFill>
                <a:latin typeface="Nimbus Sans"/>
                <a:ea typeface="Nimbus Sans"/>
                <a:cs typeface="Nimbus Sans"/>
              </a:defRPr>
            </a:pPr>
            <a:r>
              <a:rPr sz="2550" b="0">
                <a:solidFill>
                  <a:srgbClr val="55655E"/>
                </a:solidFill>
                <a:latin typeface="Nimbus Sans"/>
                <a:ea typeface="Nimbus Sans"/>
                <a:cs typeface="Nimbus Sans"/>
              </a:rPr>
              <a:t>A trusted adult can help you check.</a:t>
            </a:r>
          </a:p>
        </p:txBody>
      </p:sp>
      <p:sp>
        <p:nvSpPr>
          <p:cNvPr id="5" name="page-number">
            <a:extLst xmlns:a="http://schemas.openxmlformats.org/drawingml/2006/main">
              <a:ext uri="{FF2B5EF4-FFF2-40B4-BE49-F238E27FC236}">
                <a16:creationId xmlns:a16="http://schemas.microsoft.com/office/drawing/2014/main" id="{A9E0E965-6FD7-402E-BE67-B9D91B94FC2F}"/>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defRPr sz="1500" b="0">
                <a:solidFill>
                  <a:srgbClr val="55655E"/>
                </a:solidFill>
                <a:latin typeface="Nimbus Sans"/>
                <a:ea typeface="Nimbus Sans"/>
                <a:cs typeface="Nimbus Sans"/>
              </a:defRPr>
            </a:lvl1pPr>
            <a:lvl2pPr algn="r">
              <a:defRPr sz="1500" b="0">
                <a:solidFill>
                  <a:srgbClr val="55655E"/>
                </a:solidFill>
                <a:latin typeface="Nimbus Sans"/>
                <a:ea typeface="Nimbus Sans"/>
                <a:cs typeface="Nimbus Sans"/>
              </a:defRPr>
            </a:lvl2pPr>
            <a:lvl3pPr algn="r">
              <a:defRPr sz="1500" b="0">
                <a:solidFill>
                  <a:srgbClr val="55655E"/>
                </a:solidFill>
                <a:latin typeface="Nimbus Sans"/>
                <a:ea typeface="Nimbus Sans"/>
                <a:cs typeface="Nimbus Sans"/>
              </a:defRPr>
            </a:lvl3pPr>
            <a:lvl4pPr algn="r">
              <a:defRPr sz="1500" b="0">
                <a:solidFill>
                  <a:srgbClr val="55655E"/>
                </a:solidFill>
                <a:latin typeface="Nimbus Sans"/>
                <a:ea typeface="Nimbus Sans"/>
                <a:cs typeface="Nimbus Sans"/>
              </a:defRPr>
            </a:lvl4pPr>
            <a:lvl5pPr algn="r">
              <a:defRPr sz="1500" b="0">
                <a:solidFill>
                  <a:srgbClr val="55655E"/>
                </a:solidFill>
                <a:latin typeface="Nimbus Sans"/>
                <a:ea typeface="Nimbus Sans"/>
                <a:cs typeface="Nimbus Sans"/>
              </a:defRPr>
            </a:lvl5pPr>
            <a:lvl6pPr algn="r">
              <a:defRPr sz="1500" b="0">
                <a:solidFill>
                  <a:srgbClr val="55655E"/>
                </a:solidFill>
                <a:latin typeface="Nimbus Sans"/>
                <a:ea typeface="Nimbus Sans"/>
                <a:cs typeface="Nimbus Sans"/>
              </a:defRPr>
            </a:lvl6pPr>
            <a:lvl7pPr algn="r">
              <a:defRPr sz="1500" b="0">
                <a:solidFill>
                  <a:srgbClr val="55655E"/>
                </a:solidFill>
                <a:latin typeface="Nimbus Sans"/>
                <a:ea typeface="Nimbus Sans"/>
                <a:cs typeface="Nimbus Sans"/>
              </a:defRPr>
            </a:lvl7pPr>
            <a:lvl8pPr algn="r">
              <a:defRPr sz="1500" b="0">
                <a:solidFill>
                  <a:srgbClr val="55655E"/>
                </a:solidFill>
                <a:latin typeface="Nimbus Sans"/>
                <a:ea typeface="Nimbus Sans"/>
                <a:cs typeface="Nimbus Sans"/>
              </a:defRPr>
            </a:lvl8pPr>
            <a:lvl9pPr algn="r">
              <a:defRPr sz="1500" b="0">
                <a:solidFill>
                  <a:srgbClr val="55655E"/>
                </a:solidFill>
                <a:latin typeface="Nimbus Sans"/>
                <a:ea typeface="Nimbus Sans"/>
                <a:cs typeface="Nimbus Sans"/>
              </a:defRPr>
            </a:lvl9pPr>
          </a:lstStyle>
          <a:p xmlns:a="http://schemas.openxmlformats.org/drawingml/2006/main">
            <a:pPr algn="r">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21</a:t>
            </a:r>
          </a:p>
        </p:txBody>
      </p:sp>
    </p:spTree>
    <p:extLst>
      <p:ext uri="{BB962C8B-B14F-4D97-AF65-F5344CB8AC3E}">
        <p14:creationId xmlns:p14="http://schemas.microsoft.com/office/powerpoint/2010/main" val="601295676"/>
      </p:ext>
    </p:extLst>
  </p:cSld>
</p:sld>
</file>

<file path=ppt/slides/slide22.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FDB6969D-F877-4B66-A63C-49EDDC4BE6EC}"/>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defRPr sz="3900" b="1">
                <a:solidFill>
                  <a:srgbClr val="173D35"/>
                </a:solidFill>
                <a:latin typeface="Nimbus Sans"/>
                <a:ea typeface="Nimbus Sans"/>
                <a:cs typeface="Nimbus Sans"/>
              </a:defRPr>
            </a:lvl1pPr>
            <a:lvl2pPr algn="l">
              <a:defRPr sz="3900" b="1">
                <a:solidFill>
                  <a:srgbClr val="173D35"/>
                </a:solidFill>
                <a:latin typeface="Nimbus Sans"/>
                <a:ea typeface="Nimbus Sans"/>
                <a:cs typeface="Nimbus Sans"/>
              </a:defRPr>
            </a:lvl2pPr>
            <a:lvl3pPr algn="l">
              <a:defRPr sz="3900" b="1">
                <a:solidFill>
                  <a:srgbClr val="173D35"/>
                </a:solidFill>
                <a:latin typeface="Nimbus Sans"/>
                <a:ea typeface="Nimbus Sans"/>
                <a:cs typeface="Nimbus Sans"/>
              </a:defRPr>
            </a:lvl3pPr>
            <a:lvl4pPr algn="l">
              <a:defRPr sz="3900" b="1">
                <a:solidFill>
                  <a:srgbClr val="173D35"/>
                </a:solidFill>
                <a:latin typeface="Nimbus Sans"/>
                <a:ea typeface="Nimbus Sans"/>
                <a:cs typeface="Nimbus Sans"/>
              </a:defRPr>
            </a:lvl4pPr>
            <a:lvl5pPr algn="l">
              <a:defRPr sz="3900" b="1">
                <a:solidFill>
                  <a:srgbClr val="173D35"/>
                </a:solidFill>
                <a:latin typeface="Nimbus Sans"/>
                <a:ea typeface="Nimbus Sans"/>
                <a:cs typeface="Nimbus Sans"/>
              </a:defRPr>
            </a:lvl5pPr>
            <a:lvl6pPr algn="l">
              <a:defRPr sz="3900" b="1">
                <a:solidFill>
                  <a:srgbClr val="173D35"/>
                </a:solidFill>
                <a:latin typeface="Nimbus Sans"/>
                <a:ea typeface="Nimbus Sans"/>
                <a:cs typeface="Nimbus Sans"/>
              </a:defRPr>
            </a:lvl6pPr>
            <a:lvl7pPr algn="l">
              <a:defRPr sz="3900" b="1">
                <a:solidFill>
                  <a:srgbClr val="173D35"/>
                </a:solidFill>
                <a:latin typeface="Nimbus Sans"/>
                <a:ea typeface="Nimbus Sans"/>
                <a:cs typeface="Nimbus Sans"/>
              </a:defRPr>
            </a:lvl7pPr>
            <a:lvl8pPr algn="l">
              <a:defRPr sz="3900" b="1">
                <a:solidFill>
                  <a:srgbClr val="173D35"/>
                </a:solidFill>
                <a:latin typeface="Nimbus Sans"/>
                <a:ea typeface="Nimbus Sans"/>
                <a:cs typeface="Nimbus Sans"/>
              </a:defRPr>
            </a:lvl8pPr>
            <a:lvl9pPr algn="l">
              <a:defRPr sz="3900" b="1">
                <a:solidFill>
                  <a:srgbClr val="173D35"/>
                </a:solidFill>
                <a:latin typeface="Nimbus Sans"/>
                <a:ea typeface="Nimbus Sans"/>
                <a:cs typeface="Nimbus Sans"/>
              </a:defRPr>
            </a:lvl9pPr>
          </a:lstStyle>
          <a:p xmlns:a="http://schemas.openxmlformats.org/drawingml/2006/main">
            <a:pPr algn="l">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The $5 add-on</a:t>
            </a:r>
          </a:p>
        </p:txBody>
      </p:sp>
      <p:graphicFrame>
        <p:nvGraphicFramePr>
          <p:cNvPr id="2" name="">
            <a:extLst xmlns:a="http://schemas.openxmlformats.org/drawingml/2006/main">
              <a:ext uri="{FF2B5EF4-FFF2-40B4-BE49-F238E27FC236}">
                <a16:creationId xmlns:a16="http://schemas.microsoft.com/office/drawing/2014/main" id="{F96A5454-FAA1-4C03-BFCB-3268FCA749B0}"/>
              </a:ext>
            </a:extLst>
          </p:cNvPr>
          <p:cNvGraphicFramePr/>
          <p:nvPr/>
        </p:nvGraphicFramePr>
        <p:xfrm>
          <a:off xmlns:a="http://schemas.openxmlformats.org/drawingml/2006/main" x="685800" y="1790700"/>
          <a:ext xmlns:a="http://schemas.openxmlformats.org/drawingml/2006/main" cx="7096125" cy="3333750"/>
        </p:xfrm>
        <a:graphic xmlns:a="http://schemas.openxmlformats.org/drawingml/2006/main">
          <a:graphicData uri="http://schemas.openxmlformats.org/drawingml/2006/table">
            <a:tbl>
              <a:tblPr firstRow="0" bandRow="0"/>
              <a:tblGrid>
                <a:gridCol w="5143500"/>
                <a:gridCol w="1952625"/>
              </a:tblGrid>
              <a:tr h="666750">
                <a:tc>
                  <a:txBody>
                    <a:bodyPr lIns="152400" tIns="95250" rIns="95250" bIns="76200"/>
                    <a:lstStyle/>
                    <a:p>
                      <a:r>
                        <a:rPr sz="2100" b="1">
                          <a:solidFill>
                            <a:srgbClr val="F6F1E7"/>
                          </a:solidFill>
                          <a:latin typeface="Nimbus Sans"/>
                          <a:ea typeface="Nimbus Sans"/>
                          <a:cs typeface="Nimbus Sans"/>
                        </a:rPr>
                        <a:t>Your choices</a:t>
                      </a:r>
                    </a:p>
                  </a:txBody>
                  <a:tcPr marL="91440" marR="91440" marT="45720" marB="45720" anchor="ctr">
                    <a:lnL w="9525">
                      <a:solidFill>
                        <a:srgbClr val="D4D8CF"/>
                      </a:solidFill>
                      <a:prstDash val="solid"/>
                    </a:lnL>
                    <a:lnR w="9525">
                      <a:solidFill>
                        <a:srgbClr val="D4D8CF"/>
                      </a:solidFill>
                      <a:prstDash val="solid"/>
                    </a:lnR>
                    <a:lnT w="9525">
                      <a:solidFill>
                        <a:srgbClr val="D4D8CF"/>
                      </a:solidFill>
                      <a:prstDash val="solid"/>
                    </a:lnT>
                    <a:lnB w="9525">
                      <a:solidFill>
                        <a:srgbClr val="D4D8CF"/>
                      </a:solidFill>
                      <a:prstDash val="solid"/>
                    </a:lnB>
                    <a:solidFill>
                      <a:srgbClr val="173D35"/>
                    </a:solidFill>
                  </a:tcPr>
                </a:tc>
                <a:tc>
                  <a:txBody>
                    <a:bodyPr lIns="152400" tIns="95250" rIns="95250" bIns="76200"/>
                    <a:lstStyle/>
                    <a:p>
                      <a:r>
                        <a:rPr sz="2100" b="1">
                          <a:solidFill>
                            <a:srgbClr val="F6F1E7"/>
                          </a:solidFill>
                          <a:latin typeface="Nimbus Sans"/>
                          <a:ea typeface="Nimbus Sans"/>
                          <a:cs typeface="Nimbus Sans"/>
                        </a:rPr>
                        <a:t>Amount</a:t>
                      </a:r>
                    </a:p>
                  </a:txBody>
                  <a:tcPr marL="91440" marR="91440" marT="45720" marB="45720" anchor="ctr">
                    <a:lnR w="9525">
                      <a:solidFill>
                        <a:srgbClr val="D4D8CF"/>
                      </a:solidFill>
                      <a:prstDash val="solid"/>
                    </a:lnR>
                    <a:lnT w="9525">
                      <a:solidFill>
                        <a:srgbClr val="D4D8CF"/>
                      </a:solidFill>
                      <a:prstDash val="solid"/>
                    </a:lnT>
                    <a:lnB w="9525">
                      <a:solidFill>
                        <a:srgbClr val="D4D8CF"/>
                      </a:solidFill>
                      <a:prstDash val="solid"/>
                    </a:lnB>
                    <a:solidFill>
                      <a:srgbClr val="173D35"/>
                    </a:solidFill>
                  </a:tcPr>
                </a:tc>
              </a:tr>
              <a:tr h="666750">
                <a:tc>
                  <a:txBody>
                    <a:bodyPr lIns="152400" tIns="95250" rIns="95250" bIns="76200"/>
                    <a:lstStyle/>
                    <a:p>
                      <a:r>
                        <a:rPr sz="2100" b="0">
                          <a:solidFill>
                            <a:srgbClr val="173D35"/>
                          </a:solidFill>
                          <a:latin typeface="Nimbus Sans"/>
                          <a:ea typeface="Nimbus Sans"/>
                          <a:cs typeface="Nimbus Sans"/>
                        </a:rPr>
                        <a:t>Money you have</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00" b="0">
                          <a:solidFill>
                            <a:srgbClr val="173D35"/>
                          </a:solidFill>
                          <a:latin typeface="Nimbus Sans"/>
                          <a:ea typeface="Nimbus Sans"/>
                          <a:cs typeface="Nimbus Sans"/>
                        </a:rPr>
                        <a:t>$20</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666750">
                <a:tc>
                  <a:txBody>
                    <a:bodyPr lIns="152400" tIns="95250" rIns="95250" bIns="76200"/>
                    <a:lstStyle/>
                    <a:p>
                      <a:r>
                        <a:rPr sz="2100" b="0">
                          <a:solidFill>
                            <a:srgbClr val="173D35"/>
                          </a:solidFill>
                          <a:latin typeface="Nimbus Sans"/>
                          <a:ea typeface="Nimbus Sans"/>
                          <a:cs typeface="Nimbus Sans"/>
                        </a:rPr>
                        <a:t>A game you want</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00" b="0">
                          <a:solidFill>
                            <a:srgbClr val="173D35"/>
                          </a:solidFill>
                          <a:latin typeface="Nimbus Sans"/>
                          <a:ea typeface="Nimbus Sans"/>
                          <a:cs typeface="Nimbus Sans"/>
                        </a:rPr>
                        <a:t>$12</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666750">
                <a:tc>
                  <a:txBody>
                    <a:bodyPr lIns="152400" tIns="95250" rIns="95250" bIns="76200"/>
                    <a:lstStyle/>
                    <a:p>
                      <a:r>
                        <a:rPr sz="2100" b="0">
                          <a:solidFill>
                            <a:srgbClr val="173D35"/>
                          </a:solidFill>
                          <a:latin typeface="Nimbus Sans"/>
                          <a:ea typeface="Nimbus Sans"/>
                          <a:cs typeface="Nimbus Sans"/>
                        </a:rPr>
                        <a:t>An optional add-on</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00" b="0">
                          <a:solidFill>
                            <a:srgbClr val="173D35"/>
                          </a:solidFill>
                          <a:latin typeface="Nimbus Sans"/>
                          <a:ea typeface="Nimbus Sans"/>
                          <a:cs typeface="Nimbus Sans"/>
                        </a:rPr>
                        <a:t>$5</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666750">
                <a:tc>
                  <a:txBody>
                    <a:bodyPr lIns="152400" tIns="95250" rIns="95250" bIns="76200"/>
                    <a:lstStyle/>
                    <a:p>
                      <a:r>
                        <a:rPr sz="2100" b="0">
                          <a:solidFill>
                            <a:srgbClr val="173D35"/>
                          </a:solidFill>
                          <a:latin typeface="Nimbus Sans"/>
                          <a:ea typeface="Nimbus Sans"/>
                          <a:cs typeface="Nimbus Sans"/>
                        </a:rPr>
                        <a:t>What you planned to save</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2100" b="0">
                          <a:solidFill>
                            <a:srgbClr val="173D35"/>
                          </a:solidFill>
                          <a:latin typeface="Nimbus Sans"/>
                          <a:ea typeface="Nimbus Sans"/>
                          <a:cs typeface="Nimbus Sans"/>
                        </a:rPr>
                        <a:t>$8</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bl>
          </a:graphicData>
        </a:graphic>
      </p:graphicFrame>
      <p:sp>
        <p:nvSpPr>
          <p:cNvPr id="3" name="pressure">
            <a:extLst xmlns:a="http://schemas.openxmlformats.org/drawingml/2006/main">
              <a:ext uri="{FF2B5EF4-FFF2-40B4-BE49-F238E27FC236}">
                <a16:creationId xmlns:a16="http://schemas.microsoft.com/office/drawing/2014/main" id="{6A3E4618-402F-41B1-9F7E-1BBA685F0270}"/>
              </a:ext>
            </a:extLst>
          </p:cNvPr>
          <p:cNvSpPr>
            <a:spLocks xmlns:a="http://schemas.openxmlformats.org/drawingml/2006/main" noGrp="1"/>
          </p:cNvSpPr>
          <p:nvPr/>
        </p:nvSpPr>
        <p:spPr>
          <a:xfrm xmlns:a="http://schemas.openxmlformats.org/drawingml/2006/main">
            <a:off x="8334375" y="2028825"/>
            <a:ext cx="3190875"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A3432C"/>
                </a:solidFill>
                <a:latin typeface="Nimbus Sans"/>
                <a:ea typeface="Nimbus Sans"/>
                <a:cs typeface="Nimbus Sans"/>
              </a:defRPr>
            </a:defPPr>
            <a:lvl1pPr algn="l">
              <a:defRPr sz="2775" b="1">
                <a:solidFill>
                  <a:srgbClr val="A3432C"/>
                </a:solidFill>
                <a:latin typeface="Nimbus Sans"/>
                <a:ea typeface="Nimbus Sans"/>
                <a:cs typeface="Nimbus Sans"/>
              </a:defRPr>
            </a:lvl1pPr>
            <a:lvl2pPr algn="l">
              <a:defRPr sz="2775" b="1">
                <a:solidFill>
                  <a:srgbClr val="A3432C"/>
                </a:solidFill>
                <a:latin typeface="Nimbus Sans"/>
                <a:ea typeface="Nimbus Sans"/>
                <a:cs typeface="Nimbus Sans"/>
              </a:defRPr>
            </a:lvl2pPr>
            <a:lvl3pPr algn="l">
              <a:defRPr sz="2775" b="1">
                <a:solidFill>
                  <a:srgbClr val="A3432C"/>
                </a:solidFill>
                <a:latin typeface="Nimbus Sans"/>
                <a:ea typeface="Nimbus Sans"/>
                <a:cs typeface="Nimbus Sans"/>
              </a:defRPr>
            </a:lvl3pPr>
            <a:lvl4pPr algn="l">
              <a:defRPr sz="2775" b="1">
                <a:solidFill>
                  <a:srgbClr val="A3432C"/>
                </a:solidFill>
                <a:latin typeface="Nimbus Sans"/>
                <a:ea typeface="Nimbus Sans"/>
                <a:cs typeface="Nimbus Sans"/>
              </a:defRPr>
            </a:lvl4pPr>
            <a:lvl5pPr algn="l">
              <a:defRPr sz="2775" b="1">
                <a:solidFill>
                  <a:srgbClr val="A3432C"/>
                </a:solidFill>
                <a:latin typeface="Nimbus Sans"/>
                <a:ea typeface="Nimbus Sans"/>
                <a:cs typeface="Nimbus Sans"/>
              </a:defRPr>
            </a:lvl5pPr>
            <a:lvl6pPr algn="l">
              <a:defRPr sz="2775" b="1">
                <a:solidFill>
                  <a:srgbClr val="A3432C"/>
                </a:solidFill>
                <a:latin typeface="Nimbus Sans"/>
                <a:ea typeface="Nimbus Sans"/>
                <a:cs typeface="Nimbus Sans"/>
              </a:defRPr>
            </a:lvl6pPr>
            <a:lvl7pPr algn="l">
              <a:defRPr sz="2775" b="1">
                <a:solidFill>
                  <a:srgbClr val="A3432C"/>
                </a:solidFill>
                <a:latin typeface="Nimbus Sans"/>
                <a:ea typeface="Nimbus Sans"/>
                <a:cs typeface="Nimbus Sans"/>
              </a:defRPr>
            </a:lvl7pPr>
            <a:lvl8pPr algn="l">
              <a:defRPr sz="2775" b="1">
                <a:solidFill>
                  <a:srgbClr val="A3432C"/>
                </a:solidFill>
                <a:latin typeface="Nimbus Sans"/>
                <a:ea typeface="Nimbus Sans"/>
                <a:cs typeface="Nimbus Sans"/>
              </a:defRPr>
            </a:lvl8pPr>
            <a:lvl9pPr algn="l">
              <a:defRPr sz="2775" b="1">
                <a:solidFill>
                  <a:srgbClr val="A3432C"/>
                </a:solidFill>
                <a:latin typeface="Nimbus Sans"/>
                <a:ea typeface="Nimbus Sans"/>
                <a:cs typeface="Nimbus Sans"/>
              </a:defRPr>
            </a:lvl9pPr>
          </a:lstStyle>
          <a:p xmlns:a="http://schemas.openxmlformats.org/drawingml/2006/main">
            <a:pPr algn="l">
              <a:defRPr sz="2775" b="1">
                <a:solidFill>
                  <a:srgbClr val="A3432C"/>
                </a:solidFill>
                <a:latin typeface="Nimbus Sans"/>
                <a:ea typeface="Nimbus Sans"/>
                <a:cs typeface="Nimbus Sans"/>
              </a:defRPr>
            </a:pPr>
            <a:r>
              <a:rPr sz="2775" b="1">
                <a:solidFill>
                  <a:srgbClr val="A3432C"/>
                </a:solidFill>
                <a:latin typeface="Nimbus Sans"/>
                <a:ea typeface="Nimbus Sans"/>
                <a:cs typeface="Nimbus Sans"/>
              </a:rPr>
              <a:t>A friend says,</a:t>
            </a:r>
          </a:p>
          <a:p xmlns:a="http://schemas.openxmlformats.org/drawingml/2006/main">
            <a:pPr algn="l">
              <a:defRPr sz="2775" b="1">
                <a:solidFill>
                  <a:srgbClr val="A3432C"/>
                </a:solidFill>
                <a:latin typeface="Nimbus Sans"/>
                <a:ea typeface="Nimbus Sans"/>
                <a:cs typeface="Nimbus Sans"/>
              </a:defRPr>
            </a:pPr>
            <a:r>
              <a:rPr sz="2775" b="1">
                <a:solidFill>
                  <a:srgbClr val="A3432C"/>
                </a:solidFill>
                <a:latin typeface="Nimbus Sans"/>
                <a:ea typeface="Nimbus Sans"/>
                <a:cs typeface="Nimbus Sans"/>
              </a:rPr>
              <a:t>“Everyone has</a:t>
            </a:r>
          </a:p>
          <a:p xmlns:a="http://schemas.openxmlformats.org/drawingml/2006/main">
            <a:pPr algn="l">
              <a:defRPr sz="2775" b="1">
                <a:solidFill>
                  <a:srgbClr val="A3432C"/>
                </a:solidFill>
                <a:latin typeface="Nimbus Sans"/>
                <a:ea typeface="Nimbus Sans"/>
                <a:cs typeface="Nimbus Sans"/>
              </a:defRPr>
            </a:pPr>
            <a:r>
              <a:rPr sz="2775" b="1">
                <a:solidFill>
                  <a:srgbClr val="A3432C"/>
                </a:solidFill>
                <a:latin typeface="Nimbus Sans"/>
                <a:ea typeface="Nimbus Sans"/>
                <a:cs typeface="Nimbus Sans"/>
              </a:rPr>
              <a:t>the add-on.”</a:t>
            </a:r>
          </a:p>
        </p:txBody>
      </p:sp>
      <p:sp>
        <p:nvSpPr>
          <p:cNvPr id="4" name="question">
            <a:extLst xmlns:a="http://schemas.openxmlformats.org/drawingml/2006/main">
              <a:ext uri="{FF2B5EF4-FFF2-40B4-BE49-F238E27FC236}">
                <a16:creationId xmlns:a16="http://schemas.microsoft.com/office/drawing/2014/main" id="{764FBFE2-72C6-4C73-9B14-7B5AC9A91993}"/>
              </a:ext>
            </a:extLst>
          </p:cNvPr>
          <p:cNvSpPr>
            <a:spLocks xmlns:a="http://schemas.openxmlformats.org/drawingml/2006/main" noGrp="1"/>
          </p:cNvSpPr>
          <p:nvPr/>
        </p:nvSpPr>
        <p:spPr>
          <a:xfrm xmlns:a="http://schemas.openxmlformats.org/drawingml/2006/main">
            <a:off x="685800" y="5514975"/>
            <a:ext cx="1057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D35"/>
                </a:solidFill>
                <a:latin typeface="Nimbus Sans"/>
                <a:ea typeface="Nimbus Sans"/>
                <a:cs typeface="Nimbus Sans"/>
              </a:defRPr>
            </a:defPPr>
            <a:lvl1pPr algn="l">
              <a:defRPr sz="3225" b="1">
                <a:solidFill>
                  <a:srgbClr val="173D35"/>
                </a:solidFill>
                <a:latin typeface="Nimbus Sans"/>
                <a:ea typeface="Nimbus Sans"/>
                <a:cs typeface="Nimbus Sans"/>
              </a:defRPr>
            </a:lvl1pPr>
            <a:lvl2pPr algn="l">
              <a:defRPr sz="3225" b="1">
                <a:solidFill>
                  <a:srgbClr val="173D35"/>
                </a:solidFill>
                <a:latin typeface="Nimbus Sans"/>
                <a:ea typeface="Nimbus Sans"/>
                <a:cs typeface="Nimbus Sans"/>
              </a:defRPr>
            </a:lvl2pPr>
            <a:lvl3pPr algn="l">
              <a:defRPr sz="3225" b="1">
                <a:solidFill>
                  <a:srgbClr val="173D35"/>
                </a:solidFill>
                <a:latin typeface="Nimbus Sans"/>
                <a:ea typeface="Nimbus Sans"/>
                <a:cs typeface="Nimbus Sans"/>
              </a:defRPr>
            </a:lvl3pPr>
            <a:lvl4pPr algn="l">
              <a:defRPr sz="3225" b="1">
                <a:solidFill>
                  <a:srgbClr val="173D35"/>
                </a:solidFill>
                <a:latin typeface="Nimbus Sans"/>
                <a:ea typeface="Nimbus Sans"/>
                <a:cs typeface="Nimbus Sans"/>
              </a:defRPr>
            </a:lvl4pPr>
            <a:lvl5pPr algn="l">
              <a:defRPr sz="3225" b="1">
                <a:solidFill>
                  <a:srgbClr val="173D35"/>
                </a:solidFill>
                <a:latin typeface="Nimbus Sans"/>
                <a:ea typeface="Nimbus Sans"/>
                <a:cs typeface="Nimbus Sans"/>
              </a:defRPr>
            </a:lvl5pPr>
            <a:lvl6pPr algn="l">
              <a:defRPr sz="3225" b="1">
                <a:solidFill>
                  <a:srgbClr val="173D35"/>
                </a:solidFill>
                <a:latin typeface="Nimbus Sans"/>
                <a:ea typeface="Nimbus Sans"/>
                <a:cs typeface="Nimbus Sans"/>
              </a:defRPr>
            </a:lvl6pPr>
            <a:lvl7pPr algn="l">
              <a:defRPr sz="3225" b="1">
                <a:solidFill>
                  <a:srgbClr val="173D35"/>
                </a:solidFill>
                <a:latin typeface="Nimbus Sans"/>
                <a:ea typeface="Nimbus Sans"/>
                <a:cs typeface="Nimbus Sans"/>
              </a:defRPr>
            </a:lvl7pPr>
            <a:lvl8pPr algn="l">
              <a:defRPr sz="3225" b="1">
                <a:solidFill>
                  <a:srgbClr val="173D35"/>
                </a:solidFill>
                <a:latin typeface="Nimbus Sans"/>
                <a:ea typeface="Nimbus Sans"/>
                <a:cs typeface="Nimbus Sans"/>
              </a:defRPr>
            </a:lvl8pPr>
            <a:lvl9pPr algn="l">
              <a:defRPr sz="3225" b="1">
                <a:solidFill>
                  <a:srgbClr val="173D35"/>
                </a:solidFill>
                <a:latin typeface="Nimbus Sans"/>
                <a:ea typeface="Nimbus Sans"/>
                <a:cs typeface="Nimbus Sans"/>
              </a:defRPr>
            </a:lvl9pPr>
          </a:lstStyle>
          <a:p xmlns:a="http://schemas.openxmlformats.org/drawingml/2006/main">
            <a:pPr algn="l">
              <a:defRPr sz="3225" b="1">
                <a:solidFill>
                  <a:srgbClr val="173D35"/>
                </a:solidFill>
                <a:latin typeface="Nimbus Sans"/>
                <a:ea typeface="Nimbus Sans"/>
                <a:cs typeface="Nimbus Sans"/>
              </a:defRPr>
            </a:pPr>
            <a:r>
              <a:rPr sz="3225" b="1">
                <a:solidFill>
                  <a:srgbClr val="173D35"/>
                </a:solidFill>
                <a:latin typeface="Nimbus Sans"/>
                <a:ea typeface="Nimbus Sans"/>
                <a:cs typeface="Nimbus Sans"/>
              </a:rPr>
              <a:t>What would your plan be?</a:t>
            </a:r>
          </a:p>
        </p:txBody>
      </p:sp>
      <p:sp>
        <p:nvSpPr>
          <p:cNvPr id="5" name="page-number">
            <a:extLst xmlns:a="http://schemas.openxmlformats.org/drawingml/2006/main">
              <a:ext uri="{FF2B5EF4-FFF2-40B4-BE49-F238E27FC236}">
                <a16:creationId xmlns:a16="http://schemas.microsoft.com/office/drawing/2014/main" id="{D441EBE1-D63D-447E-BB1B-8116117C6AB4}"/>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defRPr sz="1500" b="0">
                <a:solidFill>
                  <a:srgbClr val="55655E"/>
                </a:solidFill>
                <a:latin typeface="Nimbus Sans"/>
                <a:ea typeface="Nimbus Sans"/>
                <a:cs typeface="Nimbus Sans"/>
              </a:defRPr>
            </a:lvl1pPr>
            <a:lvl2pPr algn="r">
              <a:defRPr sz="1500" b="0">
                <a:solidFill>
                  <a:srgbClr val="55655E"/>
                </a:solidFill>
                <a:latin typeface="Nimbus Sans"/>
                <a:ea typeface="Nimbus Sans"/>
                <a:cs typeface="Nimbus Sans"/>
              </a:defRPr>
            </a:lvl2pPr>
            <a:lvl3pPr algn="r">
              <a:defRPr sz="1500" b="0">
                <a:solidFill>
                  <a:srgbClr val="55655E"/>
                </a:solidFill>
                <a:latin typeface="Nimbus Sans"/>
                <a:ea typeface="Nimbus Sans"/>
                <a:cs typeface="Nimbus Sans"/>
              </a:defRPr>
            </a:lvl3pPr>
            <a:lvl4pPr algn="r">
              <a:defRPr sz="1500" b="0">
                <a:solidFill>
                  <a:srgbClr val="55655E"/>
                </a:solidFill>
                <a:latin typeface="Nimbus Sans"/>
                <a:ea typeface="Nimbus Sans"/>
                <a:cs typeface="Nimbus Sans"/>
              </a:defRPr>
            </a:lvl4pPr>
            <a:lvl5pPr algn="r">
              <a:defRPr sz="1500" b="0">
                <a:solidFill>
                  <a:srgbClr val="55655E"/>
                </a:solidFill>
                <a:latin typeface="Nimbus Sans"/>
                <a:ea typeface="Nimbus Sans"/>
                <a:cs typeface="Nimbus Sans"/>
              </a:defRPr>
            </a:lvl5pPr>
            <a:lvl6pPr algn="r">
              <a:defRPr sz="1500" b="0">
                <a:solidFill>
                  <a:srgbClr val="55655E"/>
                </a:solidFill>
                <a:latin typeface="Nimbus Sans"/>
                <a:ea typeface="Nimbus Sans"/>
                <a:cs typeface="Nimbus Sans"/>
              </a:defRPr>
            </a:lvl6pPr>
            <a:lvl7pPr algn="r">
              <a:defRPr sz="1500" b="0">
                <a:solidFill>
                  <a:srgbClr val="55655E"/>
                </a:solidFill>
                <a:latin typeface="Nimbus Sans"/>
                <a:ea typeface="Nimbus Sans"/>
                <a:cs typeface="Nimbus Sans"/>
              </a:defRPr>
            </a:lvl7pPr>
            <a:lvl8pPr algn="r">
              <a:defRPr sz="1500" b="0">
                <a:solidFill>
                  <a:srgbClr val="55655E"/>
                </a:solidFill>
                <a:latin typeface="Nimbus Sans"/>
                <a:ea typeface="Nimbus Sans"/>
                <a:cs typeface="Nimbus Sans"/>
              </a:defRPr>
            </a:lvl8pPr>
            <a:lvl9pPr algn="r">
              <a:defRPr sz="1500" b="0">
                <a:solidFill>
                  <a:srgbClr val="55655E"/>
                </a:solidFill>
                <a:latin typeface="Nimbus Sans"/>
                <a:ea typeface="Nimbus Sans"/>
                <a:cs typeface="Nimbus Sans"/>
              </a:defRPr>
            </a:lvl9pPr>
          </a:lstStyle>
          <a:p xmlns:a="http://schemas.openxmlformats.org/drawingml/2006/main">
            <a:pPr algn="r">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22</a:t>
            </a:r>
          </a:p>
        </p:txBody>
      </p:sp>
    </p:spTree>
    <p:extLst>
      <p:ext uri="{BB962C8B-B14F-4D97-AF65-F5344CB8AC3E}">
        <p14:creationId xmlns:p14="http://schemas.microsoft.com/office/powerpoint/2010/main" val="1551215848"/>
      </p:ext>
    </p:extLst>
  </p:cSld>
</p:sld>
</file>

<file path=ppt/slides/slide23.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5" name="headline">
            <a:extLst xmlns:a="http://schemas.openxmlformats.org/drawingml/2006/main">
              <a:ext uri="{FF2B5EF4-FFF2-40B4-BE49-F238E27FC236}">
                <a16:creationId xmlns:a16="http://schemas.microsoft.com/office/drawing/2014/main" id="{78B9F786-B011-4ED5-A85B-E2209742AC3B}"/>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buNone/>
              <a:defRPr sz="3900" b="1">
                <a:solidFill>
                  <a:srgbClr val="173D35"/>
                </a:solidFill>
                <a:latin typeface="Nimbus Sans"/>
                <a:ea typeface="Nimbus Sans"/>
                <a:cs typeface="Nimbus Sans"/>
              </a:defRPr>
            </a:lvl1pPr>
            <a:lvl2pPr algn="l">
              <a:buNone/>
              <a:defRPr sz="3900" b="1">
                <a:solidFill>
                  <a:srgbClr val="173D35"/>
                </a:solidFill>
                <a:latin typeface="Nimbus Sans"/>
                <a:ea typeface="Nimbus Sans"/>
                <a:cs typeface="Nimbus Sans"/>
              </a:defRPr>
            </a:lvl2pPr>
            <a:lvl3pPr algn="l">
              <a:buNone/>
              <a:defRPr sz="3900" b="1">
                <a:solidFill>
                  <a:srgbClr val="173D35"/>
                </a:solidFill>
                <a:latin typeface="Nimbus Sans"/>
                <a:ea typeface="Nimbus Sans"/>
                <a:cs typeface="Nimbus Sans"/>
              </a:defRPr>
            </a:lvl3pPr>
            <a:lvl4pPr algn="l">
              <a:buNone/>
              <a:defRPr sz="3900" b="1">
                <a:solidFill>
                  <a:srgbClr val="173D35"/>
                </a:solidFill>
                <a:latin typeface="Nimbus Sans"/>
                <a:ea typeface="Nimbus Sans"/>
                <a:cs typeface="Nimbus Sans"/>
              </a:defRPr>
            </a:lvl4pPr>
            <a:lvl5pPr algn="l">
              <a:buNone/>
              <a:defRPr sz="3900" b="1">
                <a:solidFill>
                  <a:srgbClr val="173D35"/>
                </a:solidFill>
                <a:latin typeface="Nimbus Sans"/>
                <a:ea typeface="Nimbus Sans"/>
                <a:cs typeface="Nimbus Sans"/>
              </a:defRPr>
            </a:lvl5pPr>
            <a:lvl6pPr algn="l">
              <a:buNone/>
              <a:defRPr sz="3900" b="1">
                <a:solidFill>
                  <a:srgbClr val="173D35"/>
                </a:solidFill>
                <a:latin typeface="Nimbus Sans"/>
                <a:ea typeface="Nimbus Sans"/>
                <a:cs typeface="Nimbus Sans"/>
              </a:defRPr>
            </a:lvl6pPr>
            <a:lvl7pPr algn="l">
              <a:buNone/>
              <a:defRPr sz="3900" b="1">
                <a:solidFill>
                  <a:srgbClr val="173D35"/>
                </a:solidFill>
                <a:latin typeface="Nimbus Sans"/>
                <a:ea typeface="Nimbus Sans"/>
                <a:cs typeface="Nimbus Sans"/>
              </a:defRPr>
            </a:lvl7pPr>
            <a:lvl8pPr algn="l">
              <a:buNone/>
              <a:defRPr sz="3900" b="1">
                <a:solidFill>
                  <a:srgbClr val="173D35"/>
                </a:solidFill>
                <a:latin typeface="Nimbus Sans"/>
                <a:ea typeface="Nimbus Sans"/>
                <a:cs typeface="Nimbus Sans"/>
              </a:defRPr>
            </a:lvl8pPr>
            <a:lvl9pPr algn="l">
              <a:buNone/>
              <a:defRPr sz="3900" b="1">
                <a:solidFill>
                  <a:srgbClr val="173D35"/>
                </a:solidFill>
                <a:latin typeface="Nimbus Sans"/>
                <a:ea typeface="Nimbus Sans"/>
                <a:cs typeface="Nimbus Sans"/>
              </a:defRPr>
            </a:lvl9pPr>
          </a:lstStyle>
          <a:p xmlns:a="http://schemas.openxmlformats.org/drawingml/2006/main">
            <a:pPr algn="l">
              <a:buNone/>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One thing you could try</a:t>
            </a:r>
          </a:p>
        </p:txBody>
      </p:sp>
      <p:sp>
        <p:nvSpPr>
          <p:cNvPr id="2" name="page-number">
            <a:extLst xmlns:a="http://schemas.openxmlformats.org/drawingml/2006/main">
              <a:ext uri="{FF2B5EF4-FFF2-40B4-BE49-F238E27FC236}">
                <a16:creationId xmlns:a16="http://schemas.microsoft.com/office/drawing/2014/main" id="{0DC29A74-F1E2-496E-A725-F3F56D4A25A9}"/>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5655E"/>
                </a:solidFill>
                <a:latin typeface="Nimbus Sans"/>
                <a:ea typeface="Nimbus Sans"/>
                <a:cs typeface="Nimbus Sans"/>
              </a:defRPr>
            </a:defPPr>
            <a:lvl1pPr algn="r">
              <a:buNone/>
              <a:defRPr sz="1500" b="0">
                <a:solidFill>
                  <a:srgbClr val="55655E"/>
                </a:solidFill>
                <a:latin typeface="Nimbus Sans"/>
                <a:ea typeface="Nimbus Sans"/>
                <a:cs typeface="Nimbus Sans"/>
              </a:defRPr>
            </a:lvl1pPr>
            <a:lvl2pPr algn="r">
              <a:buNone/>
              <a:defRPr sz="1500" b="0">
                <a:solidFill>
                  <a:srgbClr val="55655E"/>
                </a:solidFill>
                <a:latin typeface="Nimbus Sans"/>
                <a:ea typeface="Nimbus Sans"/>
                <a:cs typeface="Nimbus Sans"/>
              </a:defRPr>
            </a:lvl2pPr>
            <a:lvl3pPr algn="r">
              <a:buNone/>
              <a:defRPr sz="1500" b="0">
                <a:solidFill>
                  <a:srgbClr val="55655E"/>
                </a:solidFill>
                <a:latin typeface="Nimbus Sans"/>
                <a:ea typeface="Nimbus Sans"/>
                <a:cs typeface="Nimbus Sans"/>
              </a:defRPr>
            </a:lvl3pPr>
            <a:lvl4pPr algn="r">
              <a:buNone/>
              <a:defRPr sz="1500" b="0">
                <a:solidFill>
                  <a:srgbClr val="55655E"/>
                </a:solidFill>
                <a:latin typeface="Nimbus Sans"/>
                <a:ea typeface="Nimbus Sans"/>
                <a:cs typeface="Nimbus Sans"/>
              </a:defRPr>
            </a:lvl4pPr>
            <a:lvl5pPr algn="r">
              <a:buNone/>
              <a:defRPr sz="1500" b="0">
                <a:solidFill>
                  <a:srgbClr val="55655E"/>
                </a:solidFill>
                <a:latin typeface="Nimbus Sans"/>
                <a:ea typeface="Nimbus Sans"/>
                <a:cs typeface="Nimbus Sans"/>
              </a:defRPr>
            </a:lvl5pPr>
            <a:lvl6pPr algn="r">
              <a:buNone/>
              <a:defRPr sz="1500" b="0">
                <a:solidFill>
                  <a:srgbClr val="55655E"/>
                </a:solidFill>
                <a:latin typeface="Nimbus Sans"/>
                <a:ea typeface="Nimbus Sans"/>
                <a:cs typeface="Nimbus Sans"/>
              </a:defRPr>
            </a:lvl6pPr>
            <a:lvl7pPr algn="r">
              <a:buNone/>
              <a:defRPr sz="1500" b="0">
                <a:solidFill>
                  <a:srgbClr val="55655E"/>
                </a:solidFill>
                <a:latin typeface="Nimbus Sans"/>
                <a:ea typeface="Nimbus Sans"/>
                <a:cs typeface="Nimbus Sans"/>
              </a:defRPr>
            </a:lvl7pPr>
            <a:lvl8pPr algn="r">
              <a:buNone/>
              <a:defRPr sz="1500" b="0">
                <a:solidFill>
                  <a:srgbClr val="55655E"/>
                </a:solidFill>
                <a:latin typeface="Nimbus Sans"/>
                <a:ea typeface="Nimbus Sans"/>
                <a:cs typeface="Nimbus Sans"/>
              </a:defRPr>
            </a:lvl8pPr>
            <a:lvl9pPr algn="r">
              <a:buNone/>
              <a:defRPr sz="1500" b="0">
                <a:solidFill>
                  <a:srgbClr val="55655E"/>
                </a:solidFill>
                <a:latin typeface="Nimbus Sans"/>
                <a:ea typeface="Nimbus Sans"/>
                <a:cs typeface="Nimbus Sans"/>
              </a:defRPr>
            </a:lvl9pPr>
          </a:lstStyle>
          <a:p xmlns:a="http://schemas.openxmlformats.org/drawingml/2006/main">
            <a:pPr algn="r">
              <a:buNone/>
              <a:defRPr sz="1500" b="0">
                <a:solidFill>
                  <a:srgbClr val="55655E"/>
                </a:solidFill>
                <a:latin typeface="Nimbus Sans"/>
                <a:ea typeface="Nimbus Sans"/>
                <a:cs typeface="Nimbus Sans"/>
              </a:defRPr>
            </a:pPr>
            <a:r>
              <a:rPr sz="1500" b="0">
                <a:solidFill>
                  <a:srgbClr val="55655E"/>
                </a:solidFill>
                <a:latin typeface="Nimbus Sans"/>
                <a:ea typeface="Nimbus Sans"/>
                <a:cs typeface="Nimbus Sans"/>
              </a:rPr>
              <a:t>23</a:t>
            </a:r>
          </a:p>
        </p:txBody>
      </p:sp>
      <p:sp>
        <p:nvSpPr>
          <p:cNvPr id="3" name="stem">
            <a:extLst xmlns:a="http://schemas.openxmlformats.org/drawingml/2006/main">
              <a:ext uri="{FF2B5EF4-FFF2-40B4-BE49-F238E27FC236}">
                <a16:creationId xmlns:a16="http://schemas.microsoft.com/office/drawing/2014/main" id="{1623E706-9284-4DDA-B861-9215E1C52356}"/>
              </a:ext>
            </a:extLst>
          </p:cNvPr>
          <p:cNvSpPr>
            <a:spLocks xmlns:a="http://schemas.openxmlformats.org/drawingml/2006/main" noGrp="1"/>
          </p:cNvSpPr>
          <p:nvPr/>
        </p:nvSpPr>
        <p:spPr>
          <a:xfrm xmlns:a="http://schemas.openxmlformats.org/drawingml/2006/main">
            <a:off x="685800" y="1952625"/>
            <a:ext cx="10572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75" b="1">
                <a:solidFill>
                  <a:srgbClr val="173D35"/>
                </a:solidFill>
                <a:latin typeface="Nimbus Sans"/>
                <a:ea typeface="Nimbus Sans"/>
                <a:cs typeface="Nimbus Sans"/>
              </a:defRPr>
            </a:defPPr>
            <a:lvl1pPr algn="l">
              <a:buNone/>
              <a:defRPr sz="4575" b="1">
                <a:solidFill>
                  <a:srgbClr val="173D35"/>
                </a:solidFill>
                <a:latin typeface="Nimbus Sans"/>
                <a:ea typeface="Nimbus Sans"/>
                <a:cs typeface="Nimbus Sans"/>
              </a:defRPr>
            </a:lvl1pPr>
            <a:lvl2pPr algn="l">
              <a:buNone/>
              <a:defRPr sz="4575" b="1">
                <a:solidFill>
                  <a:srgbClr val="173D35"/>
                </a:solidFill>
                <a:latin typeface="Nimbus Sans"/>
                <a:ea typeface="Nimbus Sans"/>
                <a:cs typeface="Nimbus Sans"/>
              </a:defRPr>
            </a:lvl2pPr>
            <a:lvl3pPr algn="l">
              <a:buNone/>
              <a:defRPr sz="4575" b="1">
                <a:solidFill>
                  <a:srgbClr val="173D35"/>
                </a:solidFill>
                <a:latin typeface="Nimbus Sans"/>
                <a:ea typeface="Nimbus Sans"/>
                <a:cs typeface="Nimbus Sans"/>
              </a:defRPr>
            </a:lvl3pPr>
            <a:lvl4pPr algn="l">
              <a:buNone/>
              <a:defRPr sz="4575" b="1">
                <a:solidFill>
                  <a:srgbClr val="173D35"/>
                </a:solidFill>
                <a:latin typeface="Nimbus Sans"/>
                <a:ea typeface="Nimbus Sans"/>
                <a:cs typeface="Nimbus Sans"/>
              </a:defRPr>
            </a:lvl4pPr>
            <a:lvl5pPr algn="l">
              <a:buNone/>
              <a:defRPr sz="4575" b="1">
                <a:solidFill>
                  <a:srgbClr val="173D35"/>
                </a:solidFill>
                <a:latin typeface="Nimbus Sans"/>
                <a:ea typeface="Nimbus Sans"/>
                <a:cs typeface="Nimbus Sans"/>
              </a:defRPr>
            </a:lvl5pPr>
            <a:lvl6pPr algn="l">
              <a:buNone/>
              <a:defRPr sz="4575" b="1">
                <a:solidFill>
                  <a:srgbClr val="173D35"/>
                </a:solidFill>
                <a:latin typeface="Nimbus Sans"/>
                <a:ea typeface="Nimbus Sans"/>
                <a:cs typeface="Nimbus Sans"/>
              </a:defRPr>
            </a:lvl6pPr>
            <a:lvl7pPr algn="l">
              <a:buNone/>
              <a:defRPr sz="4575" b="1">
                <a:solidFill>
                  <a:srgbClr val="173D35"/>
                </a:solidFill>
                <a:latin typeface="Nimbus Sans"/>
                <a:ea typeface="Nimbus Sans"/>
                <a:cs typeface="Nimbus Sans"/>
              </a:defRPr>
            </a:lvl7pPr>
            <a:lvl8pPr algn="l">
              <a:buNone/>
              <a:defRPr sz="4575" b="1">
                <a:solidFill>
                  <a:srgbClr val="173D35"/>
                </a:solidFill>
                <a:latin typeface="Nimbus Sans"/>
                <a:ea typeface="Nimbus Sans"/>
                <a:cs typeface="Nimbus Sans"/>
              </a:defRPr>
            </a:lvl8pPr>
            <a:lvl9pPr algn="l">
              <a:buNone/>
              <a:defRPr sz="4575" b="1">
                <a:solidFill>
                  <a:srgbClr val="173D35"/>
                </a:solidFill>
                <a:latin typeface="Nimbus Sans"/>
                <a:ea typeface="Nimbus Sans"/>
                <a:cs typeface="Nimbus Sans"/>
              </a:defRPr>
            </a:lvl9pPr>
          </a:lstStyle>
          <a:p xmlns:a="http://schemas.openxmlformats.org/drawingml/2006/main">
            <a:pPr algn="l">
              <a:buNone/>
              <a:defRPr sz="4575" b="1">
                <a:solidFill>
                  <a:srgbClr val="173D35"/>
                </a:solidFill>
                <a:latin typeface="Nimbus Sans"/>
                <a:ea typeface="Nimbus Sans"/>
                <a:cs typeface="Nimbus Sans"/>
              </a:defRPr>
            </a:pPr>
            <a:r>
              <a:rPr sz="4575" b="1">
                <a:solidFill>
                  <a:srgbClr val="173D35"/>
                </a:solidFill>
                <a:latin typeface="Nimbus Sans"/>
                <a:ea typeface="Nimbus Sans"/>
                <a:cs typeface="Nimbus Sans"/>
              </a:rPr>
              <a:t>“Next time I have money,</a:t>
            </a:r>
          </a:p>
          <a:p xmlns:a="http://schemas.openxmlformats.org/drawingml/2006/main">
            <a:pPr algn="l">
              <a:buNone/>
              <a:defRPr sz="4575" b="1">
                <a:solidFill>
                  <a:srgbClr val="173D35"/>
                </a:solidFill>
                <a:latin typeface="Nimbus Sans"/>
                <a:ea typeface="Nimbus Sans"/>
                <a:cs typeface="Nimbus Sans"/>
              </a:defRPr>
            </a:pPr>
            <a:r>
              <a:rPr sz="4575" b="1">
                <a:solidFill>
                  <a:srgbClr val="173D35"/>
                </a:solidFill>
                <a:latin typeface="Nimbus Sans"/>
                <a:ea typeface="Nimbus Sans"/>
                <a:cs typeface="Nimbus Sans"/>
              </a:rPr>
              <a:t>I could…”</a:t>
            </a:r>
          </a:p>
        </p:txBody>
      </p:sp>
      <p:sp>
        <p:nvSpPr>
          <p:cNvPr id="4" name="examples">
            <a:extLst xmlns:a="http://schemas.openxmlformats.org/drawingml/2006/main">
              <a:ext uri="{FF2B5EF4-FFF2-40B4-BE49-F238E27FC236}">
                <a16:creationId xmlns:a16="http://schemas.microsoft.com/office/drawing/2014/main" id="{0B491D54-FAA9-4C16-B3BA-64D08A95947F}"/>
              </a:ext>
            </a:extLst>
          </p:cNvPr>
          <p:cNvSpPr>
            <a:spLocks xmlns:a="http://schemas.openxmlformats.org/drawingml/2006/main" noGrp="1"/>
          </p:cNvSpPr>
          <p:nvPr/>
        </p:nvSpPr>
        <p:spPr>
          <a:xfrm xmlns:a="http://schemas.openxmlformats.org/drawingml/2006/main">
            <a:off x="685800" y="4133850"/>
            <a:ext cx="10620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55655E"/>
                </a:solidFill>
                <a:latin typeface="Nimbus Sans"/>
                <a:ea typeface="Nimbus Sans"/>
                <a:cs typeface="Nimbus Sans"/>
              </a:defRPr>
            </a:defPPr>
            <a:lvl1pPr algn="l">
              <a:buNone/>
              <a:defRPr sz="2625" b="0">
                <a:solidFill>
                  <a:srgbClr val="55655E"/>
                </a:solidFill>
                <a:latin typeface="Nimbus Sans"/>
                <a:ea typeface="Nimbus Sans"/>
                <a:cs typeface="Nimbus Sans"/>
              </a:defRPr>
            </a:lvl1pPr>
            <a:lvl2pPr algn="l">
              <a:buNone/>
              <a:defRPr sz="2625" b="0">
                <a:solidFill>
                  <a:srgbClr val="55655E"/>
                </a:solidFill>
                <a:latin typeface="Nimbus Sans"/>
                <a:ea typeface="Nimbus Sans"/>
                <a:cs typeface="Nimbus Sans"/>
              </a:defRPr>
            </a:lvl2pPr>
            <a:lvl3pPr algn="l">
              <a:buNone/>
              <a:defRPr sz="2625" b="0">
                <a:solidFill>
                  <a:srgbClr val="55655E"/>
                </a:solidFill>
                <a:latin typeface="Nimbus Sans"/>
                <a:ea typeface="Nimbus Sans"/>
                <a:cs typeface="Nimbus Sans"/>
              </a:defRPr>
            </a:lvl3pPr>
            <a:lvl4pPr algn="l">
              <a:buNone/>
              <a:defRPr sz="2625" b="0">
                <a:solidFill>
                  <a:srgbClr val="55655E"/>
                </a:solidFill>
                <a:latin typeface="Nimbus Sans"/>
                <a:ea typeface="Nimbus Sans"/>
                <a:cs typeface="Nimbus Sans"/>
              </a:defRPr>
            </a:lvl4pPr>
            <a:lvl5pPr algn="l">
              <a:buNone/>
              <a:defRPr sz="2625" b="0">
                <a:solidFill>
                  <a:srgbClr val="55655E"/>
                </a:solidFill>
                <a:latin typeface="Nimbus Sans"/>
                <a:ea typeface="Nimbus Sans"/>
                <a:cs typeface="Nimbus Sans"/>
              </a:defRPr>
            </a:lvl5pPr>
            <a:lvl6pPr algn="l">
              <a:buNone/>
              <a:defRPr sz="2625" b="0">
                <a:solidFill>
                  <a:srgbClr val="55655E"/>
                </a:solidFill>
                <a:latin typeface="Nimbus Sans"/>
                <a:ea typeface="Nimbus Sans"/>
                <a:cs typeface="Nimbus Sans"/>
              </a:defRPr>
            </a:lvl6pPr>
            <a:lvl7pPr algn="l">
              <a:buNone/>
              <a:defRPr sz="2625" b="0">
                <a:solidFill>
                  <a:srgbClr val="55655E"/>
                </a:solidFill>
                <a:latin typeface="Nimbus Sans"/>
                <a:ea typeface="Nimbus Sans"/>
                <a:cs typeface="Nimbus Sans"/>
              </a:defRPr>
            </a:lvl7pPr>
            <a:lvl8pPr algn="l">
              <a:buNone/>
              <a:defRPr sz="2625" b="0">
                <a:solidFill>
                  <a:srgbClr val="55655E"/>
                </a:solidFill>
                <a:latin typeface="Nimbus Sans"/>
                <a:ea typeface="Nimbus Sans"/>
                <a:cs typeface="Nimbus Sans"/>
              </a:defRPr>
            </a:lvl8pPr>
            <a:lvl9pPr algn="l">
              <a:buNone/>
              <a:defRPr sz="2625" b="0">
                <a:solidFill>
                  <a:srgbClr val="55655E"/>
                </a:solidFill>
                <a:latin typeface="Nimbus Sans"/>
                <a:ea typeface="Nimbus Sans"/>
                <a:cs typeface="Nimbus Sans"/>
              </a:defRPr>
            </a:lvl9pPr>
          </a:lstStyle>
          <a:p xmlns:a="http://schemas.openxmlformats.org/drawingml/2006/main">
            <a:pPr algn="l">
              <a:buNone/>
              <a:defRPr sz="2625" b="0">
                <a:solidFill>
                  <a:srgbClr val="55655E"/>
                </a:solidFill>
                <a:latin typeface="Nimbus Sans"/>
                <a:ea typeface="Nimbus Sans"/>
                <a:cs typeface="Nimbus Sans"/>
              </a:defRPr>
            </a:pPr>
            <a:r>
              <a:rPr sz="2625" b="0">
                <a:solidFill>
                  <a:srgbClr val="55655E"/>
                </a:solidFill>
                <a:latin typeface="Nimbus Sans"/>
                <a:ea typeface="Nimbus Sans"/>
                <a:cs typeface="Nimbus Sans"/>
              </a:rPr>
              <a:t>Save toward a goal.</a:t>
            </a:r>
          </a:p>
          <a:p xmlns:a="http://schemas.openxmlformats.org/drawingml/2006/main">
            <a:pPr algn="l">
              <a:buNone/>
              <a:defRPr sz="2625" b="0">
                <a:solidFill>
                  <a:srgbClr val="55655E"/>
                </a:solidFill>
                <a:latin typeface="Nimbus Sans"/>
                <a:ea typeface="Nimbus Sans"/>
                <a:cs typeface="Nimbus Sans"/>
              </a:defRPr>
            </a:pPr>
            <a:r>
              <a:rPr sz="2625" b="0">
                <a:solidFill>
                  <a:srgbClr val="55655E"/>
                </a:solidFill>
                <a:latin typeface="Nimbus Sans"/>
                <a:ea typeface="Nimbus Sans"/>
                <a:cs typeface="Nimbus Sans"/>
              </a:rPr>
              <a:t>Compare prices.</a:t>
            </a:r>
          </a:p>
          <a:p xmlns:a="http://schemas.openxmlformats.org/drawingml/2006/main">
            <a:pPr algn="l">
              <a:buNone/>
              <a:defRPr sz="2625" b="0">
                <a:solidFill>
                  <a:srgbClr val="55655E"/>
                </a:solidFill>
                <a:latin typeface="Nimbus Sans"/>
                <a:ea typeface="Nimbus Sans"/>
                <a:cs typeface="Nimbus Sans"/>
              </a:defRPr>
            </a:pPr>
            <a:r>
              <a:rPr sz="2625" b="0">
                <a:solidFill>
                  <a:srgbClr val="55655E"/>
                </a:solidFill>
                <a:latin typeface="Nimbus Sans"/>
                <a:ea typeface="Nimbus Sans"/>
                <a:cs typeface="Nimbus Sans"/>
              </a:rPr>
              <a:t>Pause before buying something.</a:t>
            </a:r>
          </a:p>
        </p:txBody>
      </p:sp>
    </p:spTree>
    <p:extLst>
      <p:ext uri="{BB962C8B-B14F-4D97-AF65-F5344CB8AC3E}">
        <p14:creationId xmlns:p14="http://schemas.microsoft.com/office/powerpoint/2010/main" val="956162111"/>
      </p:ext>
    </p:extLst>
  </p:cSld>
</p:sld>
</file>

<file path=ppt/slides/slide24.xml><?xml version="1.0" encoding="utf-8"?>
<p:sld xmlns:p="http://schemas.openxmlformats.org/presentationml/2006/main">
  <p:cSld>
    <p:bg>
      <p:bgPr>
        <a:solidFill xmlns:a="http://schemas.openxmlformats.org/drawingml/2006/main">
          <a:srgbClr val="173D35"/>
        </a:solidFill>
      </p:bgPr>
    </p:bg>
    <p:spTree>
      <p:nvGrpSpPr>
        <p:cNvPr id="1" name=""/>
        <p:cNvGrpSpPr/>
        <p:nvPr/>
      </p:nvGrpSpPr>
      <p:grpSpPr>
        <a:xfrm xmlns:a="http://schemas.openxmlformats.org/drawingml/2006/main"/>
      </p:grpSpPr>
      <p:sp>
        <p:nvSpPr>
          <p:cNvPr id="5" name="page-number">
            <a:extLst xmlns:a="http://schemas.openxmlformats.org/drawingml/2006/main">
              <a:ext uri="{FF2B5EF4-FFF2-40B4-BE49-F238E27FC236}">
                <a16:creationId xmlns:a16="http://schemas.microsoft.com/office/drawing/2014/main" id="{CF603FFC-373E-40DB-B7DB-9459E1011E32}"/>
              </a:ext>
            </a:extLst>
          </p:cNvPr>
          <p:cNvSpPr>
            <a:spLocks xmlns:a="http://schemas.openxmlformats.org/drawingml/2006/main" noGrp="1"/>
          </p:cNvSpPr>
          <p:nvPr/>
        </p:nvSpPr>
        <p:spPr>
          <a:xfrm xmlns:a="http://schemas.openxmlformats.org/drawingml/2006/main">
            <a:off x="10953750" y="62960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D8E2D9"/>
                </a:solidFill>
                <a:latin typeface="Nimbus Sans"/>
                <a:ea typeface="Nimbus Sans"/>
                <a:cs typeface="Nimbus Sans"/>
              </a:defRPr>
            </a:defPPr>
            <a:lvl1pPr algn="r">
              <a:buNone/>
              <a:defRPr sz="1500" b="0">
                <a:solidFill>
                  <a:srgbClr val="D8E2D9"/>
                </a:solidFill>
                <a:latin typeface="Nimbus Sans"/>
                <a:ea typeface="Nimbus Sans"/>
                <a:cs typeface="Nimbus Sans"/>
              </a:defRPr>
            </a:lvl1pPr>
            <a:lvl2pPr algn="r">
              <a:buNone/>
              <a:defRPr sz="1500" b="0">
                <a:solidFill>
                  <a:srgbClr val="D8E2D9"/>
                </a:solidFill>
                <a:latin typeface="Nimbus Sans"/>
                <a:ea typeface="Nimbus Sans"/>
                <a:cs typeface="Nimbus Sans"/>
              </a:defRPr>
            </a:lvl2pPr>
            <a:lvl3pPr algn="r">
              <a:buNone/>
              <a:defRPr sz="1500" b="0">
                <a:solidFill>
                  <a:srgbClr val="D8E2D9"/>
                </a:solidFill>
                <a:latin typeface="Nimbus Sans"/>
                <a:ea typeface="Nimbus Sans"/>
                <a:cs typeface="Nimbus Sans"/>
              </a:defRPr>
            </a:lvl3pPr>
            <a:lvl4pPr algn="r">
              <a:buNone/>
              <a:defRPr sz="1500" b="0">
                <a:solidFill>
                  <a:srgbClr val="D8E2D9"/>
                </a:solidFill>
                <a:latin typeface="Nimbus Sans"/>
                <a:ea typeface="Nimbus Sans"/>
                <a:cs typeface="Nimbus Sans"/>
              </a:defRPr>
            </a:lvl4pPr>
            <a:lvl5pPr algn="r">
              <a:buNone/>
              <a:defRPr sz="1500" b="0">
                <a:solidFill>
                  <a:srgbClr val="D8E2D9"/>
                </a:solidFill>
                <a:latin typeface="Nimbus Sans"/>
                <a:ea typeface="Nimbus Sans"/>
                <a:cs typeface="Nimbus Sans"/>
              </a:defRPr>
            </a:lvl5pPr>
            <a:lvl6pPr algn="r">
              <a:buNone/>
              <a:defRPr sz="1500" b="0">
                <a:solidFill>
                  <a:srgbClr val="D8E2D9"/>
                </a:solidFill>
                <a:latin typeface="Nimbus Sans"/>
                <a:ea typeface="Nimbus Sans"/>
                <a:cs typeface="Nimbus Sans"/>
              </a:defRPr>
            </a:lvl6pPr>
            <a:lvl7pPr algn="r">
              <a:buNone/>
              <a:defRPr sz="1500" b="0">
                <a:solidFill>
                  <a:srgbClr val="D8E2D9"/>
                </a:solidFill>
                <a:latin typeface="Nimbus Sans"/>
                <a:ea typeface="Nimbus Sans"/>
                <a:cs typeface="Nimbus Sans"/>
              </a:defRPr>
            </a:lvl7pPr>
            <a:lvl8pPr algn="r">
              <a:buNone/>
              <a:defRPr sz="1500" b="0">
                <a:solidFill>
                  <a:srgbClr val="D8E2D9"/>
                </a:solidFill>
                <a:latin typeface="Nimbus Sans"/>
                <a:ea typeface="Nimbus Sans"/>
                <a:cs typeface="Nimbus Sans"/>
              </a:defRPr>
            </a:lvl8pPr>
            <a:lvl9pPr algn="r">
              <a:buNone/>
              <a:defRPr sz="1500" b="0">
                <a:solidFill>
                  <a:srgbClr val="D8E2D9"/>
                </a:solidFill>
                <a:latin typeface="Nimbus Sans"/>
                <a:ea typeface="Nimbus Sans"/>
                <a:cs typeface="Nimbus Sans"/>
              </a:defRPr>
            </a:lvl9pPr>
          </a:lstStyle>
          <a:p xmlns:a="http://schemas.openxmlformats.org/drawingml/2006/main">
            <a:pPr algn="r">
              <a:buNone/>
              <a:defRPr sz="1500" b="0">
                <a:solidFill>
                  <a:srgbClr val="D8E2D9"/>
                </a:solidFill>
                <a:latin typeface="Nimbus Sans"/>
                <a:ea typeface="Nimbus Sans"/>
                <a:cs typeface="Nimbus Sans"/>
              </a:defRPr>
            </a:pPr>
            <a:r>
              <a:rPr sz="1500" b="0">
                <a:solidFill>
                  <a:srgbClr val="D8E2D9"/>
                </a:solidFill>
                <a:latin typeface="Nimbus Sans"/>
                <a:ea typeface="Nimbus Sans"/>
                <a:cs typeface="Nimbus Sans"/>
              </a:rPr>
              <a:t>24</a:t>
            </a:r>
          </a:p>
        </p:txBody>
      </p:sp>
      <p:sp>
        <p:nvSpPr>
          <p:cNvPr id="2" name="headline">
            <a:extLst xmlns:a="http://schemas.openxmlformats.org/drawingml/2006/main">
              <a:ext uri="{FF2B5EF4-FFF2-40B4-BE49-F238E27FC236}">
                <a16:creationId xmlns:a16="http://schemas.microsoft.com/office/drawing/2014/main" id="{4338DDDB-79AF-4C36-83CA-9DF2799B2F13}"/>
              </a:ext>
            </a:extLst>
          </p:cNvPr>
          <p:cNvSpPr>
            <a:spLocks xmlns:a="http://schemas.openxmlformats.org/drawingml/2006/main" noGrp="1"/>
          </p:cNvSpPr>
          <p:nvPr/>
        </p:nvSpPr>
        <p:spPr>
          <a:xfrm xmlns:a="http://schemas.openxmlformats.org/drawingml/2006/main">
            <a:off x="685800" y="1209675"/>
            <a:ext cx="108204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625" b="1">
                <a:solidFill>
                  <a:srgbClr val="F6F1E7"/>
                </a:solidFill>
                <a:latin typeface="Nimbus Sans"/>
                <a:ea typeface="Nimbus Sans"/>
                <a:cs typeface="Nimbus Sans"/>
              </a:defRPr>
            </a:defPPr>
            <a:lvl1pPr algn="l">
              <a:buNone/>
              <a:defRPr sz="5625" b="1">
                <a:solidFill>
                  <a:srgbClr val="F6F1E7"/>
                </a:solidFill>
                <a:latin typeface="Nimbus Sans"/>
                <a:ea typeface="Nimbus Sans"/>
                <a:cs typeface="Nimbus Sans"/>
              </a:defRPr>
            </a:lvl1pPr>
            <a:lvl2pPr algn="l">
              <a:buNone/>
              <a:defRPr sz="5625" b="1">
                <a:solidFill>
                  <a:srgbClr val="F6F1E7"/>
                </a:solidFill>
                <a:latin typeface="Nimbus Sans"/>
                <a:ea typeface="Nimbus Sans"/>
                <a:cs typeface="Nimbus Sans"/>
              </a:defRPr>
            </a:lvl2pPr>
            <a:lvl3pPr algn="l">
              <a:buNone/>
              <a:defRPr sz="5625" b="1">
                <a:solidFill>
                  <a:srgbClr val="F6F1E7"/>
                </a:solidFill>
                <a:latin typeface="Nimbus Sans"/>
                <a:ea typeface="Nimbus Sans"/>
                <a:cs typeface="Nimbus Sans"/>
              </a:defRPr>
            </a:lvl3pPr>
            <a:lvl4pPr algn="l">
              <a:buNone/>
              <a:defRPr sz="5625" b="1">
                <a:solidFill>
                  <a:srgbClr val="F6F1E7"/>
                </a:solidFill>
                <a:latin typeface="Nimbus Sans"/>
                <a:ea typeface="Nimbus Sans"/>
                <a:cs typeface="Nimbus Sans"/>
              </a:defRPr>
            </a:lvl4pPr>
            <a:lvl5pPr algn="l">
              <a:buNone/>
              <a:defRPr sz="5625" b="1">
                <a:solidFill>
                  <a:srgbClr val="F6F1E7"/>
                </a:solidFill>
                <a:latin typeface="Nimbus Sans"/>
                <a:ea typeface="Nimbus Sans"/>
                <a:cs typeface="Nimbus Sans"/>
              </a:defRPr>
            </a:lvl5pPr>
            <a:lvl6pPr algn="l">
              <a:buNone/>
              <a:defRPr sz="5625" b="1">
                <a:solidFill>
                  <a:srgbClr val="F6F1E7"/>
                </a:solidFill>
                <a:latin typeface="Nimbus Sans"/>
                <a:ea typeface="Nimbus Sans"/>
                <a:cs typeface="Nimbus Sans"/>
              </a:defRPr>
            </a:lvl6pPr>
            <a:lvl7pPr algn="l">
              <a:buNone/>
              <a:defRPr sz="5625" b="1">
                <a:solidFill>
                  <a:srgbClr val="F6F1E7"/>
                </a:solidFill>
                <a:latin typeface="Nimbus Sans"/>
                <a:ea typeface="Nimbus Sans"/>
                <a:cs typeface="Nimbus Sans"/>
              </a:defRPr>
            </a:lvl7pPr>
            <a:lvl8pPr algn="l">
              <a:buNone/>
              <a:defRPr sz="5625" b="1">
                <a:solidFill>
                  <a:srgbClr val="F6F1E7"/>
                </a:solidFill>
                <a:latin typeface="Nimbus Sans"/>
                <a:ea typeface="Nimbus Sans"/>
                <a:cs typeface="Nimbus Sans"/>
              </a:defRPr>
            </a:lvl8pPr>
            <a:lvl9pPr algn="l">
              <a:buNone/>
              <a:defRPr sz="5625" b="1">
                <a:solidFill>
                  <a:srgbClr val="F6F1E7"/>
                </a:solidFill>
                <a:latin typeface="Nimbus Sans"/>
                <a:ea typeface="Nimbus Sans"/>
                <a:cs typeface="Nimbus Sans"/>
              </a:defRPr>
            </a:lvl9pPr>
          </a:lstStyle>
          <a:p xmlns:a="http://schemas.openxmlformats.org/drawingml/2006/main">
            <a:pPr algn="l">
              <a:buNone/>
              <a:defRPr sz="5625" b="1">
                <a:solidFill>
                  <a:srgbClr val="F6F1E7"/>
                </a:solidFill>
                <a:latin typeface="Nimbus Sans"/>
                <a:ea typeface="Nimbus Sans"/>
                <a:cs typeface="Nimbus Sans"/>
              </a:defRPr>
            </a:pPr>
            <a:r>
              <a:rPr sz="5625" b="1">
                <a:solidFill>
                  <a:srgbClr val="F6F1E7"/>
                </a:solidFill>
                <a:latin typeface="Nimbus Sans"/>
                <a:ea typeface="Nimbus Sans"/>
                <a:cs typeface="Nimbus Sans"/>
              </a:rPr>
              <a:t>What are you</a:t>
            </a:r>
          </a:p>
          <a:p xmlns:a="http://schemas.openxmlformats.org/drawingml/2006/main">
            <a:pPr algn="l">
              <a:buNone/>
              <a:defRPr sz="5625" b="1">
                <a:solidFill>
                  <a:srgbClr val="F6F1E7"/>
                </a:solidFill>
                <a:latin typeface="Nimbus Sans"/>
                <a:ea typeface="Nimbus Sans"/>
                <a:cs typeface="Nimbus Sans"/>
              </a:defRPr>
            </a:pPr>
            <a:r>
              <a:rPr sz="5625" b="1">
                <a:solidFill>
                  <a:srgbClr val="F6F1E7"/>
                </a:solidFill>
                <a:latin typeface="Nimbus Sans"/>
                <a:ea typeface="Nimbus Sans"/>
                <a:cs typeface="Nimbus Sans"/>
              </a:rPr>
              <a:t>wondering about?</a:t>
            </a:r>
          </a:p>
        </p:txBody>
      </p:sp>
      <p:sp>
        <p:nvSpPr>
          <p:cNvPr id="3" name="prompt">
            <a:extLst xmlns:a="http://schemas.openxmlformats.org/drawingml/2006/main">
              <a:ext uri="{FF2B5EF4-FFF2-40B4-BE49-F238E27FC236}">
                <a16:creationId xmlns:a16="http://schemas.microsoft.com/office/drawing/2014/main" id="{7A9824AB-7511-48B5-849F-B673752CA489}"/>
              </a:ext>
            </a:extLst>
          </p:cNvPr>
          <p:cNvSpPr>
            <a:spLocks xmlns:a="http://schemas.openxmlformats.org/drawingml/2006/main" noGrp="1"/>
          </p:cNvSpPr>
          <p:nvPr/>
        </p:nvSpPr>
        <p:spPr>
          <a:xfrm xmlns:a="http://schemas.openxmlformats.org/drawingml/2006/main">
            <a:off x="685800" y="36385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rgbClr val="F6F1E7"/>
                </a:solidFill>
                <a:latin typeface="Nimbus Sans"/>
                <a:ea typeface="Nimbus Sans"/>
                <a:cs typeface="Nimbus Sans"/>
              </a:defRPr>
            </a:defPPr>
            <a:lvl1pPr algn="l">
              <a:buNone/>
              <a:defRPr sz="3000" b="0">
                <a:solidFill>
                  <a:srgbClr val="F6F1E7"/>
                </a:solidFill>
                <a:latin typeface="Nimbus Sans"/>
                <a:ea typeface="Nimbus Sans"/>
                <a:cs typeface="Nimbus Sans"/>
              </a:defRPr>
            </a:lvl1pPr>
            <a:lvl2pPr algn="l">
              <a:buNone/>
              <a:defRPr sz="3000" b="0">
                <a:solidFill>
                  <a:srgbClr val="F6F1E7"/>
                </a:solidFill>
                <a:latin typeface="Nimbus Sans"/>
                <a:ea typeface="Nimbus Sans"/>
                <a:cs typeface="Nimbus Sans"/>
              </a:defRPr>
            </a:lvl2pPr>
            <a:lvl3pPr algn="l">
              <a:buNone/>
              <a:defRPr sz="3000" b="0">
                <a:solidFill>
                  <a:srgbClr val="F6F1E7"/>
                </a:solidFill>
                <a:latin typeface="Nimbus Sans"/>
                <a:ea typeface="Nimbus Sans"/>
                <a:cs typeface="Nimbus Sans"/>
              </a:defRPr>
            </a:lvl3pPr>
            <a:lvl4pPr algn="l">
              <a:buNone/>
              <a:defRPr sz="3000" b="0">
                <a:solidFill>
                  <a:srgbClr val="F6F1E7"/>
                </a:solidFill>
                <a:latin typeface="Nimbus Sans"/>
                <a:ea typeface="Nimbus Sans"/>
                <a:cs typeface="Nimbus Sans"/>
              </a:defRPr>
            </a:lvl4pPr>
            <a:lvl5pPr algn="l">
              <a:buNone/>
              <a:defRPr sz="3000" b="0">
                <a:solidFill>
                  <a:srgbClr val="F6F1E7"/>
                </a:solidFill>
                <a:latin typeface="Nimbus Sans"/>
                <a:ea typeface="Nimbus Sans"/>
                <a:cs typeface="Nimbus Sans"/>
              </a:defRPr>
            </a:lvl5pPr>
            <a:lvl6pPr algn="l">
              <a:buNone/>
              <a:defRPr sz="3000" b="0">
                <a:solidFill>
                  <a:srgbClr val="F6F1E7"/>
                </a:solidFill>
                <a:latin typeface="Nimbus Sans"/>
                <a:ea typeface="Nimbus Sans"/>
                <a:cs typeface="Nimbus Sans"/>
              </a:defRPr>
            </a:lvl6pPr>
            <a:lvl7pPr algn="l">
              <a:buNone/>
              <a:defRPr sz="3000" b="0">
                <a:solidFill>
                  <a:srgbClr val="F6F1E7"/>
                </a:solidFill>
                <a:latin typeface="Nimbus Sans"/>
                <a:ea typeface="Nimbus Sans"/>
                <a:cs typeface="Nimbus Sans"/>
              </a:defRPr>
            </a:lvl7pPr>
            <a:lvl8pPr algn="l">
              <a:buNone/>
              <a:defRPr sz="3000" b="0">
                <a:solidFill>
                  <a:srgbClr val="F6F1E7"/>
                </a:solidFill>
                <a:latin typeface="Nimbus Sans"/>
                <a:ea typeface="Nimbus Sans"/>
                <a:cs typeface="Nimbus Sans"/>
              </a:defRPr>
            </a:lvl8pPr>
            <a:lvl9pPr algn="l">
              <a:buNone/>
              <a:defRPr sz="3000" b="0">
                <a:solidFill>
                  <a:srgbClr val="F6F1E7"/>
                </a:solidFill>
                <a:latin typeface="Nimbus Sans"/>
                <a:ea typeface="Nimbus Sans"/>
                <a:cs typeface="Nimbus Sans"/>
              </a:defRPr>
            </a:lvl9pPr>
          </a:lstStyle>
          <a:p xmlns:a="http://schemas.openxmlformats.org/drawingml/2006/main">
            <a:pPr algn="l">
              <a:buNone/>
              <a:defRPr sz="3000" b="0">
                <a:solidFill>
                  <a:srgbClr val="F6F1E7"/>
                </a:solidFill>
                <a:latin typeface="Nimbus Sans"/>
                <a:ea typeface="Nimbus Sans"/>
                <a:cs typeface="Nimbus Sans"/>
              </a:defRPr>
            </a:pPr>
            <a:r>
              <a:rPr sz="3000" b="0">
                <a:solidFill>
                  <a:srgbClr val="F6F1E7"/>
                </a:solidFill>
                <a:latin typeface="Nimbus Sans"/>
                <a:ea typeface="Nimbus Sans"/>
                <a:cs typeface="Nimbus Sans"/>
              </a:rPr>
              <a:t>Type your question in chat,</a:t>
            </a:r>
          </a:p>
          <a:p xmlns:a="http://schemas.openxmlformats.org/drawingml/2006/main">
            <a:pPr algn="l">
              <a:buNone/>
              <a:defRPr sz="3000" b="0">
                <a:solidFill>
                  <a:srgbClr val="F6F1E7"/>
                </a:solidFill>
                <a:latin typeface="Nimbus Sans"/>
                <a:ea typeface="Nimbus Sans"/>
                <a:cs typeface="Nimbus Sans"/>
              </a:defRPr>
            </a:pPr>
            <a:r>
              <a:rPr sz="3000" b="0">
                <a:solidFill>
                  <a:srgbClr val="F6F1E7"/>
                </a:solidFill>
                <a:latin typeface="Nimbus Sans"/>
                <a:ea typeface="Nimbus Sans"/>
                <a:cs typeface="Nimbus Sans"/>
              </a:rPr>
              <a:t>or raise your hand.</a:t>
            </a:r>
          </a:p>
        </p:txBody>
      </p:sp>
      <p:sp>
        <p:nvSpPr>
          <p:cNvPr id="4" name="thanks">
            <a:extLst xmlns:a="http://schemas.openxmlformats.org/drawingml/2006/main">
              <a:ext uri="{FF2B5EF4-FFF2-40B4-BE49-F238E27FC236}">
                <a16:creationId xmlns:a16="http://schemas.microsoft.com/office/drawing/2014/main" id="{A6FDEC47-C153-4522-AD32-34623B1A2F6B}"/>
              </a:ext>
            </a:extLst>
          </p:cNvPr>
          <p:cNvSpPr>
            <a:spLocks xmlns:a="http://schemas.openxmlformats.org/drawingml/2006/main" noGrp="1"/>
          </p:cNvSpPr>
          <p:nvPr/>
        </p:nvSpPr>
        <p:spPr>
          <a:xfrm xmlns:a="http://schemas.openxmlformats.org/drawingml/2006/main">
            <a:off x="685800" y="55816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6B84C"/>
                </a:solidFill>
                <a:latin typeface="Nimbus Sans"/>
                <a:ea typeface="Nimbus Sans"/>
                <a:cs typeface="Nimbus Sans"/>
              </a:defRPr>
            </a:defPPr>
            <a:lvl1pPr algn="l">
              <a:buNone/>
              <a:defRPr sz="2325" b="0">
                <a:solidFill>
                  <a:srgbClr val="E6B84C"/>
                </a:solidFill>
                <a:latin typeface="Nimbus Sans"/>
                <a:ea typeface="Nimbus Sans"/>
                <a:cs typeface="Nimbus Sans"/>
              </a:defRPr>
            </a:lvl1pPr>
            <a:lvl2pPr algn="l">
              <a:buNone/>
              <a:defRPr sz="2325" b="0">
                <a:solidFill>
                  <a:srgbClr val="E6B84C"/>
                </a:solidFill>
                <a:latin typeface="Nimbus Sans"/>
                <a:ea typeface="Nimbus Sans"/>
                <a:cs typeface="Nimbus Sans"/>
              </a:defRPr>
            </a:lvl2pPr>
            <a:lvl3pPr algn="l">
              <a:buNone/>
              <a:defRPr sz="2325" b="0">
                <a:solidFill>
                  <a:srgbClr val="E6B84C"/>
                </a:solidFill>
                <a:latin typeface="Nimbus Sans"/>
                <a:ea typeface="Nimbus Sans"/>
                <a:cs typeface="Nimbus Sans"/>
              </a:defRPr>
            </a:lvl3pPr>
            <a:lvl4pPr algn="l">
              <a:buNone/>
              <a:defRPr sz="2325" b="0">
                <a:solidFill>
                  <a:srgbClr val="E6B84C"/>
                </a:solidFill>
                <a:latin typeface="Nimbus Sans"/>
                <a:ea typeface="Nimbus Sans"/>
                <a:cs typeface="Nimbus Sans"/>
              </a:defRPr>
            </a:lvl4pPr>
            <a:lvl5pPr algn="l">
              <a:buNone/>
              <a:defRPr sz="2325" b="0">
                <a:solidFill>
                  <a:srgbClr val="E6B84C"/>
                </a:solidFill>
                <a:latin typeface="Nimbus Sans"/>
                <a:ea typeface="Nimbus Sans"/>
                <a:cs typeface="Nimbus Sans"/>
              </a:defRPr>
            </a:lvl5pPr>
            <a:lvl6pPr algn="l">
              <a:buNone/>
              <a:defRPr sz="2325" b="0">
                <a:solidFill>
                  <a:srgbClr val="E6B84C"/>
                </a:solidFill>
                <a:latin typeface="Nimbus Sans"/>
                <a:ea typeface="Nimbus Sans"/>
                <a:cs typeface="Nimbus Sans"/>
              </a:defRPr>
            </a:lvl6pPr>
            <a:lvl7pPr algn="l">
              <a:buNone/>
              <a:defRPr sz="2325" b="0">
                <a:solidFill>
                  <a:srgbClr val="E6B84C"/>
                </a:solidFill>
                <a:latin typeface="Nimbus Sans"/>
                <a:ea typeface="Nimbus Sans"/>
                <a:cs typeface="Nimbus Sans"/>
              </a:defRPr>
            </a:lvl7pPr>
            <a:lvl8pPr algn="l">
              <a:buNone/>
              <a:defRPr sz="2325" b="0">
                <a:solidFill>
                  <a:srgbClr val="E6B84C"/>
                </a:solidFill>
                <a:latin typeface="Nimbus Sans"/>
                <a:ea typeface="Nimbus Sans"/>
                <a:cs typeface="Nimbus Sans"/>
              </a:defRPr>
            </a:lvl8pPr>
            <a:lvl9pPr algn="l">
              <a:buNone/>
              <a:defRPr sz="2325" b="0">
                <a:solidFill>
                  <a:srgbClr val="E6B84C"/>
                </a:solidFill>
                <a:latin typeface="Nimbus Sans"/>
                <a:ea typeface="Nimbus Sans"/>
                <a:cs typeface="Nimbus Sans"/>
              </a:defRPr>
            </a:lvl9pPr>
          </a:lstStyle>
          <a:p xmlns:a="http://schemas.openxmlformats.org/drawingml/2006/main">
            <a:pPr algn="l">
              <a:buNone/>
              <a:defRPr sz="2325" b="0">
                <a:solidFill>
                  <a:srgbClr val="E6B84C"/>
                </a:solidFill>
                <a:latin typeface="Nimbus Sans"/>
                <a:ea typeface="Nimbus Sans"/>
                <a:cs typeface="Nimbus Sans"/>
              </a:defRPr>
            </a:pPr>
            <a:r>
              <a:rPr sz="2325" b="0">
                <a:solidFill>
                  <a:srgbClr val="E6B84C"/>
                </a:solidFill>
                <a:latin typeface="Nimbus Sans"/>
                <a:ea typeface="Nimbus Sans"/>
                <a:cs typeface="Nimbus Sans"/>
              </a:rPr>
              <a:t>Thanks for thinking it through with me.</a:t>
            </a:r>
          </a:p>
        </p:txBody>
      </p:sp>
    </p:spTree>
    <p:extLst>
      <p:ext uri="{BB962C8B-B14F-4D97-AF65-F5344CB8AC3E}">
        <p14:creationId xmlns:p14="http://schemas.microsoft.com/office/powerpoint/2010/main" val="363731993"/>
      </p:ext>
    </p:extLst>
  </p:cSld>
</p:sld>
</file>

<file path=ppt/slides/slide25.xml><?xml version="1.0" encoding="utf-8"?>
<p:sld xmlns:p="http://schemas.openxmlformats.org/presentationml/2006/main" show="0">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4" name="headline">
            <a:extLst xmlns:a="http://schemas.openxmlformats.org/drawingml/2006/main">
              <a:ext uri="{FF2B5EF4-FFF2-40B4-BE49-F238E27FC236}">
                <a16:creationId xmlns:a16="http://schemas.microsoft.com/office/drawing/2014/main" id="{A76B0529-9D24-41BF-A9DD-267EA5BF6ADE}"/>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buNone/>
              <a:defRPr sz="3900" b="1">
                <a:solidFill>
                  <a:srgbClr val="173D35"/>
                </a:solidFill>
                <a:latin typeface="Nimbus Sans"/>
                <a:ea typeface="Nimbus Sans"/>
                <a:cs typeface="Nimbus Sans"/>
              </a:defRPr>
            </a:lvl1pPr>
            <a:lvl2pPr algn="l">
              <a:buNone/>
              <a:defRPr sz="3900" b="1">
                <a:solidFill>
                  <a:srgbClr val="173D35"/>
                </a:solidFill>
                <a:latin typeface="Nimbus Sans"/>
                <a:ea typeface="Nimbus Sans"/>
                <a:cs typeface="Nimbus Sans"/>
              </a:defRPr>
            </a:lvl2pPr>
            <a:lvl3pPr algn="l">
              <a:buNone/>
              <a:defRPr sz="3900" b="1">
                <a:solidFill>
                  <a:srgbClr val="173D35"/>
                </a:solidFill>
                <a:latin typeface="Nimbus Sans"/>
                <a:ea typeface="Nimbus Sans"/>
                <a:cs typeface="Nimbus Sans"/>
              </a:defRPr>
            </a:lvl3pPr>
            <a:lvl4pPr algn="l">
              <a:buNone/>
              <a:defRPr sz="3900" b="1">
                <a:solidFill>
                  <a:srgbClr val="173D35"/>
                </a:solidFill>
                <a:latin typeface="Nimbus Sans"/>
                <a:ea typeface="Nimbus Sans"/>
                <a:cs typeface="Nimbus Sans"/>
              </a:defRPr>
            </a:lvl4pPr>
            <a:lvl5pPr algn="l">
              <a:buNone/>
              <a:defRPr sz="3900" b="1">
                <a:solidFill>
                  <a:srgbClr val="173D35"/>
                </a:solidFill>
                <a:latin typeface="Nimbus Sans"/>
                <a:ea typeface="Nimbus Sans"/>
                <a:cs typeface="Nimbus Sans"/>
              </a:defRPr>
            </a:lvl5pPr>
            <a:lvl6pPr algn="l">
              <a:buNone/>
              <a:defRPr sz="3900" b="1">
                <a:solidFill>
                  <a:srgbClr val="173D35"/>
                </a:solidFill>
                <a:latin typeface="Nimbus Sans"/>
                <a:ea typeface="Nimbus Sans"/>
                <a:cs typeface="Nimbus Sans"/>
              </a:defRPr>
            </a:lvl6pPr>
            <a:lvl7pPr algn="l">
              <a:buNone/>
              <a:defRPr sz="3900" b="1">
                <a:solidFill>
                  <a:srgbClr val="173D35"/>
                </a:solidFill>
                <a:latin typeface="Nimbus Sans"/>
                <a:ea typeface="Nimbus Sans"/>
                <a:cs typeface="Nimbus Sans"/>
              </a:defRPr>
            </a:lvl7pPr>
            <a:lvl8pPr algn="l">
              <a:buNone/>
              <a:defRPr sz="3900" b="1">
                <a:solidFill>
                  <a:srgbClr val="173D35"/>
                </a:solidFill>
                <a:latin typeface="Nimbus Sans"/>
                <a:ea typeface="Nimbus Sans"/>
                <a:cs typeface="Nimbus Sans"/>
              </a:defRPr>
            </a:lvl8pPr>
            <a:lvl9pPr algn="l">
              <a:buNone/>
              <a:defRPr sz="3900" b="1">
                <a:solidFill>
                  <a:srgbClr val="173D35"/>
                </a:solidFill>
                <a:latin typeface="Nimbus Sans"/>
                <a:ea typeface="Nimbus Sans"/>
                <a:cs typeface="Nimbus Sans"/>
              </a:defRPr>
            </a:lvl9pPr>
          </a:lstStyle>
          <a:p xmlns:a="http://schemas.openxmlformats.org/drawingml/2006/main">
            <a:pPr algn="l">
              <a:buNone/>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Presenter guide</a:t>
            </a:r>
          </a:p>
        </p:txBody>
      </p:sp>
      <p:sp>
        <p:nvSpPr>
          <p:cNvPr id="2" name="setup">
            <a:extLst xmlns:a="http://schemas.openxmlformats.org/drawingml/2006/main">
              <a:ext uri="{FF2B5EF4-FFF2-40B4-BE49-F238E27FC236}">
                <a16:creationId xmlns:a16="http://schemas.microsoft.com/office/drawing/2014/main" id="{23A93BA0-7DB6-46E4-A5C1-C32BD4FEBE63}"/>
              </a:ext>
            </a:extLst>
          </p:cNvPr>
          <p:cNvSpPr>
            <a:spLocks xmlns:a="http://schemas.openxmlformats.org/drawingml/2006/main" noGrp="1"/>
          </p:cNvSpPr>
          <p:nvPr/>
        </p:nvSpPr>
        <p:spPr>
          <a:xfrm xmlns:a="http://schemas.openxmlformats.org/drawingml/2006/main">
            <a:off x="685800" y="1743075"/>
            <a:ext cx="1066800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173D35"/>
                </a:solidFill>
                <a:latin typeface="Nimbus Sans"/>
                <a:ea typeface="Nimbus Sans"/>
                <a:cs typeface="Nimbus Sans"/>
              </a:defRPr>
            </a:defPPr>
            <a:lvl1pPr algn="l">
              <a:buNone/>
              <a:defRPr sz="2550" b="0">
                <a:solidFill>
                  <a:srgbClr val="173D35"/>
                </a:solidFill>
                <a:latin typeface="Nimbus Sans"/>
                <a:ea typeface="Nimbus Sans"/>
                <a:cs typeface="Nimbus Sans"/>
              </a:defRPr>
            </a:lvl1pPr>
            <a:lvl2pPr algn="l">
              <a:buNone/>
              <a:defRPr sz="2550" b="0">
                <a:solidFill>
                  <a:srgbClr val="173D35"/>
                </a:solidFill>
                <a:latin typeface="Nimbus Sans"/>
                <a:ea typeface="Nimbus Sans"/>
                <a:cs typeface="Nimbus Sans"/>
              </a:defRPr>
            </a:lvl2pPr>
            <a:lvl3pPr algn="l">
              <a:buNone/>
              <a:defRPr sz="2550" b="0">
                <a:solidFill>
                  <a:srgbClr val="173D35"/>
                </a:solidFill>
                <a:latin typeface="Nimbus Sans"/>
                <a:ea typeface="Nimbus Sans"/>
                <a:cs typeface="Nimbus Sans"/>
              </a:defRPr>
            </a:lvl3pPr>
            <a:lvl4pPr algn="l">
              <a:buNone/>
              <a:defRPr sz="2550" b="0">
                <a:solidFill>
                  <a:srgbClr val="173D35"/>
                </a:solidFill>
                <a:latin typeface="Nimbus Sans"/>
                <a:ea typeface="Nimbus Sans"/>
                <a:cs typeface="Nimbus Sans"/>
              </a:defRPr>
            </a:lvl4pPr>
            <a:lvl5pPr algn="l">
              <a:buNone/>
              <a:defRPr sz="2550" b="0">
                <a:solidFill>
                  <a:srgbClr val="173D35"/>
                </a:solidFill>
                <a:latin typeface="Nimbus Sans"/>
                <a:ea typeface="Nimbus Sans"/>
                <a:cs typeface="Nimbus Sans"/>
              </a:defRPr>
            </a:lvl5pPr>
            <a:lvl6pPr algn="l">
              <a:buNone/>
              <a:defRPr sz="2550" b="0">
                <a:solidFill>
                  <a:srgbClr val="173D35"/>
                </a:solidFill>
                <a:latin typeface="Nimbus Sans"/>
                <a:ea typeface="Nimbus Sans"/>
                <a:cs typeface="Nimbus Sans"/>
              </a:defRPr>
            </a:lvl6pPr>
            <a:lvl7pPr algn="l">
              <a:buNone/>
              <a:defRPr sz="2550" b="0">
                <a:solidFill>
                  <a:srgbClr val="173D35"/>
                </a:solidFill>
                <a:latin typeface="Nimbus Sans"/>
                <a:ea typeface="Nimbus Sans"/>
                <a:cs typeface="Nimbus Sans"/>
              </a:defRPr>
            </a:lvl7pPr>
            <a:lvl8pPr algn="l">
              <a:buNone/>
              <a:defRPr sz="2550" b="0">
                <a:solidFill>
                  <a:srgbClr val="173D35"/>
                </a:solidFill>
                <a:latin typeface="Nimbus Sans"/>
                <a:ea typeface="Nimbus Sans"/>
                <a:cs typeface="Nimbus Sans"/>
              </a:defRPr>
            </a:lvl8pPr>
            <a:lvl9pPr algn="l">
              <a:buNone/>
              <a:defRPr sz="2550" b="0">
                <a:solidFill>
                  <a:srgbClr val="173D35"/>
                </a:solidFill>
                <a:latin typeface="Nimbus Sans"/>
                <a:ea typeface="Nimbus Sans"/>
                <a:cs typeface="Nimbus Sans"/>
              </a:defRPr>
            </a:lvl9pPr>
          </a:lstStyle>
          <a:p xmlns:a="http://schemas.openxmlformats.org/drawingml/2006/main">
            <a:pPr algn="l">
              <a:buNone/>
              <a:defRPr sz="2550" b="0">
                <a:solidFill>
                  <a:srgbClr val="173D35"/>
                </a:solidFill>
                <a:latin typeface="Nimbus Sans"/>
                <a:ea typeface="Nimbus Sans"/>
                <a:cs typeface="Nimbus Sans"/>
              </a:defRPr>
            </a:pPr>
            <a:r>
              <a:rPr sz="2550" b="0">
                <a:solidFill>
                  <a:srgbClr val="173D35"/>
                </a:solidFill>
                <a:latin typeface="Nimbus Sans"/>
                <a:ea typeface="Nimbus Sans"/>
                <a:cs typeface="Nimbus Sans"/>
              </a:rPr>
              <a:t>Audience: grades 3–5</a:t>
            </a:r>
          </a:p>
          <a:p xmlns:a="http://schemas.openxmlformats.org/drawingml/2006/main">
            <a:pPr algn="l">
              <a:buNone/>
              <a:defRPr sz="2550" b="0">
                <a:solidFill>
                  <a:srgbClr val="173D35"/>
                </a:solidFill>
                <a:latin typeface="Nimbus Sans"/>
                <a:ea typeface="Nimbus Sans"/>
                <a:cs typeface="Nimbus Sans"/>
              </a:defRPr>
            </a:pPr>
            <a:r>
              <a:rPr sz="2550" b="0">
                <a:solidFill>
                  <a:srgbClr val="173D35"/>
                </a:solidFill>
                <a:latin typeface="Nimbus Sans"/>
                <a:ea typeface="Nimbus Sans"/>
                <a:cs typeface="Nimbus Sans"/>
              </a:rPr>
              <a:t>Format: one live online session</a:t>
            </a:r>
          </a:p>
          <a:p xmlns:a="http://schemas.openxmlformats.org/drawingml/2006/main">
            <a:pPr algn="l">
              <a:buNone/>
              <a:defRPr sz="2550" b="0">
                <a:solidFill>
                  <a:srgbClr val="173D35"/>
                </a:solidFill>
                <a:latin typeface="Nimbus Sans"/>
                <a:ea typeface="Nimbus Sans"/>
                <a:cs typeface="Nimbus Sans"/>
              </a:defRPr>
            </a:pPr>
            <a:r>
              <a:rPr sz="2550" b="0">
                <a:solidFill>
                  <a:srgbClr val="173D35"/>
                </a:solidFill>
                <a:latin typeface="Nimbus Sans"/>
                <a:ea typeface="Nimbus Sans"/>
                <a:cs typeface="Nimbus Sans"/>
              </a:rPr>
              <a:t>Responses: chat or raised hands</a:t>
            </a:r>
          </a:p>
        </p:txBody>
      </p:sp>
      <p:graphicFrame>
        <p:nvGraphicFramePr>
          <p:cNvPr id="3" name="">
            <a:extLst xmlns:a="http://schemas.openxmlformats.org/drawingml/2006/main">
              <a:ext uri="{FF2B5EF4-FFF2-40B4-BE49-F238E27FC236}">
                <a16:creationId xmlns:a16="http://schemas.microsoft.com/office/drawing/2014/main" id="{E0A14D9B-3B4A-47D2-91BA-608BDCFD9150}"/>
              </a:ext>
            </a:extLst>
          </p:cNvPr>
          <p:cNvGraphicFramePr/>
          <p:nvPr/>
        </p:nvGraphicFramePr>
        <p:xfrm>
          <a:off xmlns:a="http://schemas.openxmlformats.org/drawingml/2006/main" x="685800" y="3590925"/>
          <a:ext xmlns:a="http://schemas.openxmlformats.org/drawingml/2006/main" cx="10820400" cy="2514600"/>
        </p:xfrm>
        <a:graphic xmlns:a="http://schemas.openxmlformats.org/drawingml/2006/main">
          <a:graphicData uri="http://schemas.openxmlformats.org/drawingml/2006/table">
            <a:tbl>
              <a:tblPr firstRow="0" bandRow="0"/>
              <a:tblGrid>
                <a:gridCol w="1619250"/>
                <a:gridCol w="7200900"/>
                <a:gridCol w="2000250"/>
              </a:tblGrid>
              <a:tr h="419100">
                <a:tc>
                  <a:txBody>
                    <a:bodyPr lIns="152400" tIns="95250" rIns="95250" bIns="76200"/>
                    <a:lstStyle/>
                    <a:p>
                      <a:r>
                        <a:rPr sz="1875" b="1">
                          <a:solidFill>
                            <a:srgbClr val="F6F1E7"/>
                          </a:solidFill>
                          <a:latin typeface="Nimbus Sans"/>
                          <a:ea typeface="Nimbus Sans"/>
                          <a:cs typeface="Nimbus Sans"/>
                        </a:rPr>
                        <a:t>Slides</a:t>
                      </a:r>
                    </a:p>
                  </a:txBody>
                  <a:tcPr marL="91440" marR="91440" marT="45720" marB="45720" anchor="ctr">
                    <a:lnL w="9525">
                      <a:solidFill>
                        <a:srgbClr val="D4D8CF"/>
                      </a:solidFill>
                      <a:prstDash val="solid"/>
                    </a:lnL>
                    <a:lnR w="9525">
                      <a:solidFill>
                        <a:srgbClr val="D4D8CF"/>
                      </a:solidFill>
                      <a:prstDash val="solid"/>
                    </a:lnR>
                    <a:lnT w="9525">
                      <a:solidFill>
                        <a:srgbClr val="D4D8CF"/>
                      </a:solidFill>
                      <a:prstDash val="solid"/>
                    </a:lnT>
                    <a:lnB w="9525">
                      <a:solidFill>
                        <a:srgbClr val="D4D8CF"/>
                      </a:solidFill>
                      <a:prstDash val="solid"/>
                    </a:lnB>
                    <a:solidFill>
                      <a:srgbClr val="173D35"/>
                    </a:solidFill>
                  </a:tcPr>
                </a:tc>
                <a:tc>
                  <a:txBody>
                    <a:bodyPr lIns="152400" tIns="95250" rIns="95250" bIns="76200"/>
                    <a:lstStyle/>
                    <a:p>
                      <a:r>
                        <a:rPr sz="1875" b="1">
                          <a:solidFill>
                            <a:srgbClr val="F6F1E7"/>
                          </a:solidFill>
                          <a:latin typeface="Nimbus Sans"/>
                          <a:ea typeface="Nimbus Sans"/>
                          <a:cs typeface="Nimbus Sans"/>
                        </a:rPr>
                        <a:t>Focus</a:t>
                      </a:r>
                    </a:p>
                  </a:txBody>
                  <a:tcPr marL="91440" marR="91440" marT="45720" marB="45720" anchor="ctr">
                    <a:lnR w="9525">
                      <a:solidFill>
                        <a:srgbClr val="D4D8CF"/>
                      </a:solidFill>
                      <a:prstDash val="solid"/>
                    </a:lnR>
                    <a:lnT w="9525">
                      <a:solidFill>
                        <a:srgbClr val="D4D8CF"/>
                      </a:solidFill>
                      <a:prstDash val="solid"/>
                    </a:lnT>
                    <a:lnB w="9525">
                      <a:solidFill>
                        <a:srgbClr val="D4D8CF"/>
                      </a:solidFill>
                      <a:prstDash val="solid"/>
                    </a:lnB>
                    <a:solidFill>
                      <a:srgbClr val="173D35"/>
                    </a:solidFill>
                  </a:tcPr>
                </a:tc>
                <a:tc>
                  <a:txBody>
                    <a:bodyPr lIns="152400" tIns="95250" rIns="95250" bIns="76200"/>
                    <a:lstStyle/>
                    <a:p>
                      <a:r>
                        <a:rPr sz="1875" b="1">
                          <a:solidFill>
                            <a:srgbClr val="F6F1E7"/>
                          </a:solidFill>
                          <a:latin typeface="Nimbus Sans"/>
                          <a:ea typeface="Nimbus Sans"/>
                          <a:cs typeface="Nimbus Sans"/>
                        </a:rPr>
                        <a:t>Time</a:t>
                      </a:r>
                    </a:p>
                  </a:txBody>
                  <a:tcPr marL="91440" marR="91440" marT="45720" marB="45720" anchor="ctr">
                    <a:lnR w="9525">
                      <a:solidFill>
                        <a:srgbClr val="D4D8CF"/>
                      </a:solidFill>
                      <a:prstDash val="solid"/>
                    </a:lnR>
                    <a:lnT w="9525">
                      <a:solidFill>
                        <a:srgbClr val="D4D8CF"/>
                      </a:solidFill>
                      <a:prstDash val="solid"/>
                    </a:lnT>
                    <a:lnB w="9525">
                      <a:solidFill>
                        <a:srgbClr val="D4D8CF"/>
                      </a:solidFill>
                      <a:prstDash val="solid"/>
                    </a:lnB>
                    <a:solidFill>
                      <a:srgbClr val="173D35"/>
                    </a:solidFill>
                  </a:tcPr>
                </a:tc>
              </a:tr>
              <a:tr h="419100">
                <a:tc>
                  <a:txBody>
                    <a:bodyPr lIns="152400" tIns="95250" rIns="95250" bIns="76200"/>
                    <a:lstStyle/>
                    <a:p>
                      <a:r>
                        <a:rPr sz="1875" b="0">
                          <a:solidFill>
                            <a:srgbClr val="173D35"/>
                          </a:solidFill>
                          <a:latin typeface="Nimbus Sans"/>
                          <a:ea typeface="Nimbus Sans"/>
                          <a:cs typeface="Nimbus Sans"/>
                        </a:rPr>
                        <a:t>1–7</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1875" b="0">
                          <a:solidFill>
                            <a:srgbClr val="173D35"/>
                          </a:solidFill>
                          <a:latin typeface="Nimbus Sans"/>
                          <a:ea typeface="Nimbus Sans"/>
                          <a:cs typeface="Nimbus Sans"/>
                        </a:rPr>
                        <a:t>Opening, needs and choices</a:t>
                      </a:r>
                    </a:p>
                  </a:txBody>
                  <a:tcPr marL="91440" marR="91440" marT="45720" marB="45720" anchor="ctr">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1875" b="0">
                          <a:solidFill>
                            <a:srgbClr val="173D35"/>
                          </a:solidFill>
                          <a:latin typeface="Nimbus Sans"/>
                          <a:ea typeface="Nimbus Sans"/>
                          <a:cs typeface="Nimbus Sans"/>
                        </a:rPr>
                        <a:t>10:15</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419100">
                <a:tc>
                  <a:txBody>
                    <a:bodyPr lIns="152400" tIns="95250" rIns="95250" bIns="76200"/>
                    <a:lstStyle/>
                    <a:p>
                      <a:r>
                        <a:rPr sz="1875" b="0">
                          <a:solidFill>
                            <a:srgbClr val="173D35"/>
                          </a:solidFill>
                          <a:latin typeface="Nimbus Sans"/>
                          <a:ea typeface="Nimbus Sans"/>
                          <a:cs typeface="Nimbus Sans"/>
                        </a:rPr>
                        <a:t>8–11</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1875" b="0">
                          <a:solidFill>
                            <a:srgbClr val="173D35"/>
                          </a:solidFill>
                          <a:latin typeface="Nimbus Sans"/>
                          <a:ea typeface="Nimbus Sans"/>
                          <a:cs typeface="Nimbus Sans"/>
                        </a:rPr>
                        <a:t>Saving and a goal challenge</a:t>
                      </a:r>
                    </a:p>
                  </a:txBody>
                  <a:tcPr marL="91440" marR="91440" marT="45720" marB="45720" anchor="ctr">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1875" b="0">
                          <a:solidFill>
                            <a:srgbClr val="173D35"/>
                          </a:solidFill>
                          <a:latin typeface="Nimbus Sans"/>
                          <a:ea typeface="Nimbus Sans"/>
                          <a:cs typeface="Nimbus Sans"/>
                        </a:rPr>
                        <a:t>6:45</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419100">
                <a:tc>
                  <a:txBody>
                    <a:bodyPr lIns="152400" tIns="95250" rIns="95250" bIns="76200"/>
                    <a:lstStyle/>
                    <a:p>
                      <a:r>
                        <a:rPr sz="1875" b="0">
                          <a:solidFill>
                            <a:srgbClr val="173D35"/>
                          </a:solidFill>
                          <a:latin typeface="Nimbus Sans"/>
                          <a:ea typeface="Nimbus Sans"/>
                          <a:cs typeface="Nimbus Sans"/>
                        </a:rPr>
                        <a:t>12–17</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1875" b="0">
                          <a:solidFill>
                            <a:srgbClr val="173D35"/>
                          </a:solidFill>
                          <a:latin typeface="Nimbus Sans"/>
                          <a:ea typeface="Nimbus Sans"/>
                          <a:cs typeface="Nimbus Sans"/>
                        </a:rPr>
                        <a:t>Budgeting and shopping</a:t>
                      </a:r>
                    </a:p>
                  </a:txBody>
                  <a:tcPr marL="91440" marR="91440" marT="45720" marB="45720" anchor="ctr">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1875" b="0">
                          <a:solidFill>
                            <a:srgbClr val="173D35"/>
                          </a:solidFill>
                          <a:latin typeface="Nimbus Sans"/>
                          <a:ea typeface="Nimbus Sans"/>
                          <a:cs typeface="Nimbus Sans"/>
                        </a:rPr>
                        <a:t>14:00</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419100">
                <a:tc>
                  <a:txBody>
                    <a:bodyPr lIns="152400" tIns="95250" rIns="95250" bIns="76200"/>
                    <a:lstStyle/>
                    <a:p>
                      <a:r>
                        <a:rPr sz="1875" b="0">
                          <a:solidFill>
                            <a:srgbClr val="173D35"/>
                          </a:solidFill>
                          <a:latin typeface="Nimbus Sans"/>
                          <a:ea typeface="Nimbus Sans"/>
                          <a:cs typeface="Nimbus Sans"/>
                        </a:rPr>
                        <a:t>18–22</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1875" b="0">
                          <a:solidFill>
                            <a:srgbClr val="173D35"/>
                          </a:solidFill>
                          <a:latin typeface="Nimbus Sans"/>
                          <a:ea typeface="Nimbus Sans"/>
                          <a:cs typeface="Nimbus Sans"/>
                        </a:rPr>
                        <a:t>Borrowing, investing and online choices</a:t>
                      </a:r>
                    </a:p>
                  </a:txBody>
                  <a:tcPr marL="91440" marR="91440" marT="45720" marB="45720" anchor="ctr">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1875" b="0">
                          <a:solidFill>
                            <a:srgbClr val="173D35"/>
                          </a:solidFill>
                          <a:latin typeface="Nimbus Sans"/>
                          <a:ea typeface="Nimbus Sans"/>
                          <a:cs typeface="Nimbus Sans"/>
                        </a:rPr>
                        <a:t>10:15</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r h="419100">
                <a:tc>
                  <a:txBody>
                    <a:bodyPr lIns="152400" tIns="95250" rIns="95250" bIns="76200"/>
                    <a:lstStyle/>
                    <a:p>
                      <a:r>
                        <a:rPr sz="1875" b="0">
                          <a:solidFill>
                            <a:srgbClr val="173D35"/>
                          </a:solidFill>
                          <a:latin typeface="Nimbus Sans"/>
                          <a:ea typeface="Nimbus Sans"/>
                          <a:cs typeface="Nimbus Sans"/>
                        </a:rPr>
                        <a:t>23–24</a:t>
                      </a:r>
                    </a:p>
                  </a:txBody>
                  <a:tcPr marL="91440" marR="91440" marT="45720" marB="45720" anchor="ctr">
                    <a:lnL w="9525">
                      <a:solidFill>
                        <a:srgbClr val="D4D8CF"/>
                      </a:solidFill>
                      <a:prstDash val="solid"/>
                    </a:lnL>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1875" b="0">
                          <a:solidFill>
                            <a:srgbClr val="173D35"/>
                          </a:solidFill>
                          <a:latin typeface="Nimbus Sans"/>
                          <a:ea typeface="Nimbus Sans"/>
                          <a:cs typeface="Nimbus Sans"/>
                        </a:rPr>
                        <a:t>Reflection and questions</a:t>
                      </a:r>
                    </a:p>
                  </a:txBody>
                  <a:tcPr marL="91440" marR="91440" marT="45720" marB="45720" anchor="ctr">
                    <a:lnR w="9525">
                      <a:solidFill>
                        <a:srgbClr val="D4D8CF"/>
                      </a:solidFill>
                      <a:prstDash val="solid"/>
                    </a:lnR>
                    <a:lnB w="9525">
                      <a:solidFill>
                        <a:srgbClr val="D4D8CF"/>
                      </a:solidFill>
                      <a:prstDash val="solid"/>
                    </a:lnB>
                    <a:solidFill>
                      <a:srgbClr val="F6F1E7"/>
                    </a:solidFill>
                  </a:tcPr>
                </a:tc>
                <a:tc>
                  <a:txBody>
                    <a:bodyPr lIns="152400" tIns="95250" rIns="95250" bIns="76200"/>
                    <a:lstStyle/>
                    <a:p>
                      <a:r>
                        <a:rPr sz="1875" b="0">
                          <a:solidFill>
                            <a:srgbClr val="173D35"/>
                          </a:solidFill>
                          <a:latin typeface="Nimbus Sans"/>
                          <a:ea typeface="Nimbus Sans"/>
                          <a:cs typeface="Nimbus Sans"/>
                        </a:rPr>
                        <a:t>3:45</a:t>
                      </a:r>
                    </a:p>
                  </a:txBody>
                  <a:tcPr marL="91440" marR="91440" marT="45720" marB="45720" anchor="ctr">
                    <a:lnR w="9525">
                      <a:solidFill>
                        <a:srgbClr val="D4D8CF"/>
                      </a:solidFill>
                      <a:prstDash val="solid"/>
                    </a:lnR>
                    <a:lnB w="9525">
                      <a:solidFill>
                        <a:srgbClr val="D4D8CF"/>
                      </a:solidFill>
                      <a:prstDash val="solid"/>
                    </a:lnB>
                    <a:solidFill>
                      <a:srgbClr val="F6F1E7"/>
                    </a:solidFill>
                  </a:tcPr>
                </a:tc>
              </a:tr>
            </a:tbl>
          </a:graphicData>
        </a:graphic>
      </p:graphicFrame>
    </p:spTree>
    <p:extLst>
      <p:ext uri="{BB962C8B-B14F-4D97-AF65-F5344CB8AC3E}">
        <p14:creationId xmlns:p14="http://schemas.microsoft.com/office/powerpoint/2010/main" val="12414299"/>
      </p:ext>
    </p:extLst>
  </p:cSld>
</p:sld>
</file>

<file path=ppt/slides/slide26.xml><?xml version="1.0" encoding="utf-8"?>
<p:sld xmlns:p="http://schemas.openxmlformats.org/presentationml/2006/main" show="0">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5" name="headline">
            <a:extLst xmlns:a="http://schemas.openxmlformats.org/drawingml/2006/main">
              <a:ext uri="{FF2B5EF4-FFF2-40B4-BE49-F238E27FC236}">
                <a16:creationId xmlns:a16="http://schemas.microsoft.com/office/drawing/2014/main" id="{6CDCED46-6E9F-4026-B3CE-DB4807C5FB92}"/>
              </a:ext>
            </a:extLst>
          </p:cNvPr>
          <p:cNvSpPr>
            <a:spLocks xmlns:a="http://schemas.openxmlformats.org/drawingml/2006/main" noGrp="1"/>
          </p:cNvSpPr>
          <p:nvPr/>
        </p:nvSpPr>
        <p:spPr>
          <a:xfrm xmlns:a="http://schemas.openxmlformats.org/drawingml/2006/main">
            <a:off x="685800" y="552450"/>
            <a:ext cx="108204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73D35"/>
                </a:solidFill>
                <a:latin typeface="Nimbus Sans"/>
                <a:ea typeface="Nimbus Sans"/>
                <a:cs typeface="Nimbus Sans"/>
              </a:defRPr>
            </a:defPPr>
            <a:lvl1pPr algn="l">
              <a:buNone/>
              <a:defRPr sz="3900" b="1">
                <a:solidFill>
                  <a:srgbClr val="173D35"/>
                </a:solidFill>
                <a:latin typeface="Nimbus Sans"/>
                <a:ea typeface="Nimbus Sans"/>
                <a:cs typeface="Nimbus Sans"/>
              </a:defRPr>
            </a:lvl1pPr>
            <a:lvl2pPr algn="l">
              <a:buNone/>
              <a:defRPr sz="3900" b="1">
                <a:solidFill>
                  <a:srgbClr val="173D35"/>
                </a:solidFill>
                <a:latin typeface="Nimbus Sans"/>
                <a:ea typeface="Nimbus Sans"/>
                <a:cs typeface="Nimbus Sans"/>
              </a:defRPr>
            </a:lvl2pPr>
            <a:lvl3pPr algn="l">
              <a:buNone/>
              <a:defRPr sz="3900" b="1">
                <a:solidFill>
                  <a:srgbClr val="173D35"/>
                </a:solidFill>
                <a:latin typeface="Nimbus Sans"/>
                <a:ea typeface="Nimbus Sans"/>
                <a:cs typeface="Nimbus Sans"/>
              </a:defRPr>
            </a:lvl3pPr>
            <a:lvl4pPr algn="l">
              <a:buNone/>
              <a:defRPr sz="3900" b="1">
                <a:solidFill>
                  <a:srgbClr val="173D35"/>
                </a:solidFill>
                <a:latin typeface="Nimbus Sans"/>
                <a:ea typeface="Nimbus Sans"/>
                <a:cs typeface="Nimbus Sans"/>
              </a:defRPr>
            </a:lvl4pPr>
            <a:lvl5pPr algn="l">
              <a:buNone/>
              <a:defRPr sz="3900" b="1">
                <a:solidFill>
                  <a:srgbClr val="173D35"/>
                </a:solidFill>
                <a:latin typeface="Nimbus Sans"/>
                <a:ea typeface="Nimbus Sans"/>
                <a:cs typeface="Nimbus Sans"/>
              </a:defRPr>
            </a:lvl5pPr>
            <a:lvl6pPr algn="l">
              <a:buNone/>
              <a:defRPr sz="3900" b="1">
                <a:solidFill>
                  <a:srgbClr val="173D35"/>
                </a:solidFill>
                <a:latin typeface="Nimbus Sans"/>
                <a:ea typeface="Nimbus Sans"/>
                <a:cs typeface="Nimbus Sans"/>
              </a:defRPr>
            </a:lvl6pPr>
            <a:lvl7pPr algn="l">
              <a:buNone/>
              <a:defRPr sz="3900" b="1">
                <a:solidFill>
                  <a:srgbClr val="173D35"/>
                </a:solidFill>
                <a:latin typeface="Nimbus Sans"/>
                <a:ea typeface="Nimbus Sans"/>
                <a:cs typeface="Nimbus Sans"/>
              </a:defRPr>
            </a:lvl7pPr>
            <a:lvl8pPr algn="l">
              <a:buNone/>
              <a:defRPr sz="3900" b="1">
                <a:solidFill>
                  <a:srgbClr val="173D35"/>
                </a:solidFill>
                <a:latin typeface="Nimbus Sans"/>
                <a:ea typeface="Nimbus Sans"/>
                <a:cs typeface="Nimbus Sans"/>
              </a:defRPr>
            </a:lvl8pPr>
            <a:lvl9pPr algn="l">
              <a:buNone/>
              <a:defRPr sz="3900" b="1">
                <a:solidFill>
                  <a:srgbClr val="173D35"/>
                </a:solidFill>
                <a:latin typeface="Nimbus Sans"/>
                <a:ea typeface="Nimbus Sans"/>
                <a:cs typeface="Nimbus Sans"/>
              </a:defRPr>
            </a:lvl9pPr>
          </a:lstStyle>
          <a:p xmlns:a="http://schemas.openxmlformats.org/drawingml/2006/main">
            <a:pPr algn="l">
              <a:buNone/>
              <a:defRPr sz="3900" b="1">
                <a:solidFill>
                  <a:srgbClr val="173D35"/>
                </a:solidFill>
                <a:latin typeface="Nimbus Sans"/>
                <a:ea typeface="Nimbus Sans"/>
                <a:cs typeface="Nimbus Sans"/>
              </a:defRPr>
            </a:pPr>
            <a:r>
              <a:rPr sz="3900" b="1">
                <a:solidFill>
                  <a:srgbClr val="173D35"/>
                </a:solidFill>
                <a:latin typeface="Nimbus Sans"/>
                <a:ea typeface="Nimbus Sans"/>
                <a:cs typeface="Nimbus Sans"/>
              </a:rPr>
              <a:t>Sources for the presenter</a:t>
            </a:r>
          </a:p>
        </p:txBody>
      </p:sp>
      <p:sp>
        <p:nvSpPr>
          <p:cNvPr id="2" name="source1">
            <a:extLst xmlns:a="http://schemas.openxmlformats.org/drawingml/2006/main">
              <a:ext uri="{FF2B5EF4-FFF2-40B4-BE49-F238E27FC236}">
                <a16:creationId xmlns:a16="http://schemas.microsoft.com/office/drawing/2014/main" id="{38AE231C-A16C-483A-9AD8-2CD65FC1F388}"/>
              </a:ext>
            </a:extLst>
          </p:cNvPr>
          <p:cNvSpPr>
            <a:spLocks xmlns:a="http://schemas.openxmlformats.org/drawingml/2006/main" noGrp="1"/>
          </p:cNvSpPr>
          <p:nvPr/>
        </p:nvSpPr>
        <p:spPr>
          <a:xfrm xmlns:a="http://schemas.openxmlformats.org/drawingml/2006/main">
            <a:off x="685800" y="1724025"/>
            <a:ext cx="1066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173D35"/>
                </a:solidFill>
                <a:latin typeface="Nimbus Sans"/>
                <a:ea typeface="Nimbus Sans"/>
                <a:cs typeface="Nimbus Sans"/>
              </a:defRPr>
            </a:defPPr>
            <a:lvl1pPr algn="l">
              <a:buNone/>
              <a:defRPr sz="2325" b="0">
                <a:solidFill>
                  <a:srgbClr val="173D35"/>
                </a:solidFill>
                <a:latin typeface="Nimbus Sans"/>
                <a:ea typeface="Nimbus Sans"/>
                <a:cs typeface="Nimbus Sans"/>
              </a:defRPr>
            </a:lvl1pPr>
            <a:lvl2pPr algn="l">
              <a:buNone/>
              <a:defRPr sz="2325" b="0">
                <a:solidFill>
                  <a:srgbClr val="173D35"/>
                </a:solidFill>
                <a:latin typeface="Nimbus Sans"/>
                <a:ea typeface="Nimbus Sans"/>
                <a:cs typeface="Nimbus Sans"/>
              </a:defRPr>
            </a:lvl2pPr>
            <a:lvl3pPr algn="l">
              <a:buNone/>
              <a:defRPr sz="2325" b="0">
                <a:solidFill>
                  <a:srgbClr val="173D35"/>
                </a:solidFill>
                <a:latin typeface="Nimbus Sans"/>
                <a:ea typeface="Nimbus Sans"/>
                <a:cs typeface="Nimbus Sans"/>
              </a:defRPr>
            </a:lvl3pPr>
            <a:lvl4pPr algn="l">
              <a:buNone/>
              <a:defRPr sz="2325" b="0">
                <a:solidFill>
                  <a:srgbClr val="173D35"/>
                </a:solidFill>
                <a:latin typeface="Nimbus Sans"/>
                <a:ea typeface="Nimbus Sans"/>
                <a:cs typeface="Nimbus Sans"/>
              </a:defRPr>
            </a:lvl4pPr>
            <a:lvl5pPr algn="l">
              <a:buNone/>
              <a:defRPr sz="2325" b="0">
                <a:solidFill>
                  <a:srgbClr val="173D35"/>
                </a:solidFill>
                <a:latin typeface="Nimbus Sans"/>
                <a:ea typeface="Nimbus Sans"/>
                <a:cs typeface="Nimbus Sans"/>
              </a:defRPr>
            </a:lvl5pPr>
            <a:lvl6pPr algn="l">
              <a:buNone/>
              <a:defRPr sz="2325" b="0">
                <a:solidFill>
                  <a:srgbClr val="173D35"/>
                </a:solidFill>
                <a:latin typeface="Nimbus Sans"/>
                <a:ea typeface="Nimbus Sans"/>
                <a:cs typeface="Nimbus Sans"/>
              </a:defRPr>
            </a:lvl6pPr>
            <a:lvl7pPr algn="l">
              <a:buNone/>
              <a:defRPr sz="2325" b="0">
                <a:solidFill>
                  <a:srgbClr val="173D35"/>
                </a:solidFill>
                <a:latin typeface="Nimbus Sans"/>
                <a:ea typeface="Nimbus Sans"/>
                <a:cs typeface="Nimbus Sans"/>
              </a:defRPr>
            </a:lvl7pPr>
            <a:lvl8pPr algn="l">
              <a:buNone/>
              <a:defRPr sz="2325" b="0">
                <a:solidFill>
                  <a:srgbClr val="173D35"/>
                </a:solidFill>
                <a:latin typeface="Nimbus Sans"/>
                <a:ea typeface="Nimbus Sans"/>
                <a:cs typeface="Nimbus Sans"/>
              </a:defRPr>
            </a:lvl8pPr>
            <a:lvl9pPr algn="l">
              <a:buNone/>
              <a:defRPr sz="2325" b="0">
                <a:solidFill>
                  <a:srgbClr val="173D35"/>
                </a:solidFill>
                <a:latin typeface="Nimbus Sans"/>
                <a:ea typeface="Nimbus Sans"/>
                <a:cs typeface="Nimbus Sans"/>
              </a:defRPr>
            </a:lvl9pPr>
          </a:lstStyle>
          <a:p xmlns:a="http://schemas.openxmlformats.org/drawingml/2006/main">
            <a:pPr algn="l">
              <a:buNone/>
              <a:defRPr sz="2325" b="0">
                <a:solidFill>
                  <a:srgbClr val="173D35"/>
                </a:solidFill>
                <a:latin typeface="Nimbus Sans"/>
                <a:ea typeface="Nimbus Sans"/>
                <a:cs typeface="Nimbus Sans"/>
              </a:defRPr>
            </a:pPr>
            <a:r>
              <a:rPr sz="2325" b="0">
                <a:solidFill>
                  <a:srgbClr val="173D35"/>
                </a:solidFill>
                <a:latin typeface="Nimbus Sans"/>
                <a:ea typeface="Nimbus Sans"/>
                <a:cs typeface="Nimbus Sans"/>
              </a:rPr>
              <a:t>Consumer Financial Protection Bureau</a:t>
            </a:r>
          </a:p>
          <a:p xmlns:a="http://schemas.openxmlformats.org/drawingml/2006/main">
            <a:pPr algn="l">
              <a:buNone/>
              <a:defRPr sz="2325" b="0">
                <a:solidFill>
                  <a:srgbClr val="173D35"/>
                </a:solidFill>
                <a:latin typeface="Nimbus Sans"/>
                <a:ea typeface="Nimbus Sans"/>
                <a:cs typeface="Nimbus Sans"/>
              </a:defRPr>
            </a:pPr>
            <a:r>
              <a:rPr sz="2325" b="0">
                <a:solidFill>
                  <a:srgbClr val="173D35"/>
                </a:solidFill>
                <a:latin typeface="Nimbus Sans"/>
                <a:ea typeface="Nimbus Sans"/>
                <a:cs typeface="Nimbus Sans"/>
              </a:rPr>
              <a:t>Money as You Grow: school-age children and preteens</a:t>
            </a:r>
          </a:p>
          <a:p xmlns:a="http://schemas.openxmlformats.org/drawingml/2006/main">
            <a:pPr algn="l">
              <a:buNone/>
              <a:defRPr sz="2325" b="0">
                <a:solidFill>
                  <a:srgbClr val="173D35"/>
                </a:solidFill>
                <a:latin typeface="Nimbus Sans"/>
                <a:ea typeface="Nimbus Sans"/>
                <a:cs typeface="Nimbus Sans"/>
              </a:defRPr>
            </a:pPr>
            <a:r>
              <a:rPr sz="2325" b="0">
                <a:solidFill>
                  <a:srgbClr val="173D35"/>
                </a:solidFill>
                <a:latin typeface="Nimbus Sans"/>
                <a:ea typeface="Nimbus Sans"/>
                <a:cs typeface="Nimbus Sans"/>
              </a:rPr>
              <a:t>Borrowing and protecting personal information</a:t>
            </a:r>
          </a:p>
        </p:txBody>
      </p:sp>
      <p:sp>
        <p:nvSpPr>
          <p:cNvPr id="3" name="source2">
            <a:extLst xmlns:a="http://schemas.openxmlformats.org/drawingml/2006/main">
              <a:ext uri="{FF2B5EF4-FFF2-40B4-BE49-F238E27FC236}">
                <a16:creationId xmlns:a16="http://schemas.microsoft.com/office/drawing/2014/main" id="{7907E65C-5D3E-4561-B6E3-D1A9D82E1E13}"/>
              </a:ext>
            </a:extLst>
          </p:cNvPr>
          <p:cNvSpPr>
            <a:spLocks xmlns:a="http://schemas.openxmlformats.org/drawingml/2006/main" noGrp="1"/>
          </p:cNvSpPr>
          <p:nvPr/>
        </p:nvSpPr>
        <p:spPr>
          <a:xfrm xmlns:a="http://schemas.openxmlformats.org/drawingml/2006/main">
            <a:off x="685800" y="3676650"/>
            <a:ext cx="10668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173D35"/>
                </a:solidFill>
                <a:latin typeface="Nimbus Sans"/>
                <a:ea typeface="Nimbus Sans"/>
                <a:cs typeface="Nimbus Sans"/>
              </a:defRPr>
            </a:defPPr>
            <a:lvl1pPr algn="l">
              <a:buNone/>
              <a:defRPr sz="2325" b="0">
                <a:solidFill>
                  <a:srgbClr val="173D35"/>
                </a:solidFill>
                <a:latin typeface="Nimbus Sans"/>
                <a:ea typeface="Nimbus Sans"/>
                <a:cs typeface="Nimbus Sans"/>
              </a:defRPr>
            </a:lvl1pPr>
            <a:lvl2pPr algn="l">
              <a:buNone/>
              <a:defRPr sz="2325" b="0">
                <a:solidFill>
                  <a:srgbClr val="173D35"/>
                </a:solidFill>
                <a:latin typeface="Nimbus Sans"/>
                <a:ea typeface="Nimbus Sans"/>
                <a:cs typeface="Nimbus Sans"/>
              </a:defRPr>
            </a:lvl2pPr>
            <a:lvl3pPr algn="l">
              <a:buNone/>
              <a:defRPr sz="2325" b="0">
                <a:solidFill>
                  <a:srgbClr val="173D35"/>
                </a:solidFill>
                <a:latin typeface="Nimbus Sans"/>
                <a:ea typeface="Nimbus Sans"/>
                <a:cs typeface="Nimbus Sans"/>
              </a:defRPr>
            </a:lvl3pPr>
            <a:lvl4pPr algn="l">
              <a:buNone/>
              <a:defRPr sz="2325" b="0">
                <a:solidFill>
                  <a:srgbClr val="173D35"/>
                </a:solidFill>
                <a:latin typeface="Nimbus Sans"/>
                <a:ea typeface="Nimbus Sans"/>
                <a:cs typeface="Nimbus Sans"/>
              </a:defRPr>
            </a:lvl4pPr>
            <a:lvl5pPr algn="l">
              <a:buNone/>
              <a:defRPr sz="2325" b="0">
                <a:solidFill>
                  <a:srgbClr val="173D35"/>
                </a:solidFill>
                <a:latin typeface="Nimbus Sans"/>
                <a:ea typeface="Nimbus Sans"/>
                <a:cs typeface="Nimbus Sans"/>
              </a:defRPr>
            </a:lvl5pPr>
            <a:lvl6pPr algn="l">
              <a:buNone/>
              <a:defRPr sz="2325" b="0">
                <a:solidFill>
                  <a:srgbClr val="173D35"/>
                </a:solidFill>
                <a:latin typeface="Nimbus Sans"/>
                <a:ea typeface="Nimbus Sans"/>
                <a:cs typeface="Nimbus Sans"/>
              </a:defRPr>
            </a:lvl6pPr>
            <a:lvl7pPr algn="l">
              <a:buNone/>
              <a:defRPr sz="2325" b="0">
                <a:solidFill>
                  <a:srgbClr val="173D35"/>
                </a:solidFill>
                <a:latin typeface="Nimbus Sans"/>
                <a:ea typeface="Nimbus Sans"/>
                <a:cs typeface="Nimbus Sans"/>
              </a:defRPr>
            </a:lvl7pPr>
            <a:lvl8pPr algn="l">
              <a:buNone/>
              <a:defRPr sz="2325" b="0">
                <a:solidFill>
                  <a:srgbClr val="173D35"/>
                </a:solidFill>
                <a:latin typeface="Nimbus Sans"/>
                <a:ea typeface="Nimbus Sans"/>
                <a:cs typeface="Nimbus Sans"/>
              </a:defRPr>
            </a:lvl8pPr>
            <a:lvl9pPr algn="l">
              <a:buNone/>
              <a:defRPr sz="2325" b="0">
                <a:solidFill>
                  <a:srgbClr val="173D35"/>
                </a:solidFill>
                <a:latin typeface="Nimbus Sans"/>
                <a:ea typeface="Nimbus Sans"/>
                <a:cs typeface="Nimbus Sans"/>
              </a:defRPr>
            </a:lvl9pPr>
          </a:lstStyle>
          <a:p xmlns:a="http://schemas.openxmlformats.org/drawingml/2006/main">
            <a:pPr algn="l">
              <a:buNone/>
              <a:defRPr sz="2325" b="0">
                <a:solidFill>
                  <a:srgbClr val="173D35"/>
                </a:solidFill>
                <a:latin typeface="Nimbus Sans"/>
                <a:ea typeface="Nimbus Sans"/>
                <a:cs typeface="Nimbus Sans"/>
              </a:defRPr>
            </a:pPr>
            <a:r>
              <a:rPr sz="2325" b="0">
                <a:solidFill>
                  <a:srgbClr val="173D35"/>
                </a:solidFill>
                <a:latin typeface="Nimbus Sans"/>
                <a:ea typeface="Nimbus Sans"/>
                <a:cs typeface="Nimbus Sans"/>
              </a:rPr>
              <a:t>U.S. Securities and Exchange Commission, Investor.gov</a:t>
            </a:r>
          </a:p>
          <a:p xmlns:a="http://schemas.openxmlformats.org/drawingml/2006/main">
            <a:pPr algn="l">
              <a:buNone/>
              <a:defRPr sz="2325" b="0">
                <a:solidFill>
                  <a:srgbClr val="173D35"/>
                </a:solidFill>
                <a:latin typeface="Nimbus Sans"/>
                <a:ea typeface="Nimbus Sans"/>
                <a:cs typeface="Nimbus Sans"/>
              </a:defRPr>
            </a:pPr>
            <a:r>
              <a:rPr sz="2325" b="0">
                <a:solidFill>
                  <a:srgbClr val="173D35"/>
                </a:solidFill>
                <a:latin typeface="Nimbus Sans"/>
                <a:ea typeface="Nimbus Sans"/>
                <a:cs typeface="Nimbus Sans"/>
              </a:rPr>
              <a:t>Small Savings Add Up to Big Money</a:t>
            </a:r>
          </a:p>
          <a:p xmlns:a="http://schemas.openxmlformats.org/drawingml/2006/main">
            <a:pPr algn="l">
              <a:buNone/>
              <a:defRPr sz="2325" b="0">
                <a:solidFill>
                  <a:srgbClr val="173D35"/>
                </a:solidFill>
                <a:latin typeface="Nimbus Sans"/>
                <a:ea typeface="Nimbus Sans"/>
                <a:cs typeface="Nimbus Sans"/>
              </a:defRPr>
            </a:pPr>
            <a:r>
              <a:rPr sz="2325" b="0">
                <a:solidFill>
                  <a:srgbClr val="173D35"/>
                </a:solidFill>
                <a:latin typeface="Nimbus Sans"/>
                <a:ea typeface="Nimbus Sans"/>
                <a:cs typeface="Nimbus Sans"/>
              </a:rPr>
              <a:t>Introduction to Investing and Investment Products</a:t>
            </a:r>
          </a:p>
        </p:txBody>
      </p:sp>
      <p:sp>
        <p:nvSpPr>
          <p:cNvPr id="4" name="source-date">
            <a:extLst xmlns:a="http://schemas.openxmlformats.org/drawingml/2006/main">
              <a:ext uri="{FF2B5EF4-FFF2-40B4-BE49-F238E27FC236}">
                <a16:creationId xmlns:a16="http://schemas.microsoft.com/office/drawing/2014/main" id="{5E44B89C-BCF5-4246-9EB8-1E5B31F0D927}"/>
              </a:ext>
            </a:extLst>
          </p:cNvPr>
          <p:cNvSpPr>
            <a:spLocks xmlns:a="http://schemas.openxmlformats.org/drawingml/2006/main" noGrp="1"/>
          </p:cNvSpPr>
          <p:nvPr/>
        </p:nvSpPr>
        <p:spPr>
          <a:xfrm xmlns:a="http://schemas.openxmlformats.org/drawingml/2006/main">
            <a:off x="685800" y="5772150"/>
            <a:ext cx="10668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5655E"/>
                </a:solidFill>
                <a:latin typeface="Nimbus Sans"/>
                <a:ea typeface="Nimbus Sans"/>
                <a:cs typeface="Nimbus Sans"/>
              </a:defRPr>
            </a:defPPr>
            <a:lvl1pPr algn="l">
              <a:buNone/>
              <a:defRPr sz="1875" b="0">
                <a:solidFill>
                  <a:srgbClr val="55655E"/>
                </a:solidFill>
                <a:latin typeface="Nimbus Sans"/>
                <a:ea typeface="Nimbus Sans"/>
                <a:cs typeface="Nimbus Sans"/>
              </a:defRPr>
            </a:lvl1pPr>
            <a:lvl2pPr algn="l">
              <a:buNone/>
              <a:defRPr sz="1875" b="0">
                <a:solidFill>
                  <a:srgbClr val="55655E"/>
                </a:solidFill>
                <a:latin typeface="Nimbus Sans"/>
                <a:ea typeface="Nimbus Sans"/>
                <a:cs typeface="Nimbus Sans"/>
              </a:defRPr>
            </a:lvl2pPr>
            <a:lvl3pPr algn="l">
              <a:buNone/>
              <a:defRPr sz="1875" b="0">
                <a:solidFill>
                  <a:srgbClr val="55655E"/>
                </a:solidFill>
                <a:latin typeface="Nimbus Sans"/>
                <a:ea typeface="Nimbus Sans"/>
                <a:cs typeface="Nimbus Sans"/>
              </a:defRPr>
            </a:lvl3pPr>
            <a:lvl4pPr algn="l">
              <a:buNone/>
              <a:defRPr sz="1875" b="0">
                <a:solidFill>
                  <a:srgbClr val="55655E"/>
                </a:solidFill>
                <a:latin typeface="Nimbus Sans"/>
                <a:ea typeface="Nimbus Sans"/>
                <a:cs typeface="Nimbus Sans"/>
              </a:defRPr>
            </a:lvl4pPr>
            <a:lvl5pPr algn="l">
              <a:buNone/>
              <a:defRPr sz="1875" b="0">
                <a:solidFill>
                  <a:srgbClr val="55655E"/>
                </a:solidFill>
                <a:latin typeface="Nimbus Sans"/>
                <a:ea typeface="Nimbus Sans"/>
                <a:cs typeface="Nimbus Sans"/>
              </a:defRPr>
            </a:lvl5pPr>
            <a:lvl6pPr algn="l">
              <a:buNone/>
              <a:defRPr sz="1875" b="0">
                <a:solidFill>
                  <a:srgbClr val="55655E"/>
                </a:solidFill>
                <a:latin typeface="Nimbus Sans"/>
                <a:ea typeface="Nimbus Sans"/>
                <a:cs typeface="Nimbus Sans"/>
              </a:defRPr>
            </a:lvl6pPr>
            <a:lvl7pPr algn="l">
              <a:buNone/>
              <a:defRPr sz="1875" b="0">
                <a:solidFill>
                  <a:srgbClr val="55655E"/>
                </a:solidFill>
                <a:latin typeface="Nimbus Sans"/>
                <a:ea typeface="Nimbus Sans"/>
                <a:cs typeface="Nimbus Sans"/>
              </a:defRPr>
            </a:lvl7pPr>
            <a:lvl8pPr algn="l">
              <a:buNone/>
              <a:defRPr sz="1875" b="0">
                <a:solidFill>
                  <a:srgbClr val="55655E"/>
                </a:solidFill>
                <a:latin typeface="Nimbus Sans"/>
                <a:ea typeface="Nimbus Sans"/>
                <a:cs typeface="Nimbus Sans"/>
              </a:defRPr>
            </a:lvl8pPr>
            <a:lvl9pPr algn="l">
              <a:buNone/>
              <a:defRPr sz="1875" b="0">
                <a:solidFill>
                  <a:srgbClr val="55655E"/>
                </a:solidFill>
                <a:latin typeface="Nimbus Sans"/>
                <a:ea typeface="Nimbus Sans"/>
                <a:cs typeface="Nimbus Sans"/>
              </a:defRPr>
            </a:lvl9pPr>
          </a:lstStyle>
          <a:p xmlns:a="http://schemas.openxmlformats.org/drawingml/2006/main">
            <a:pPr algn="l">
              <a:buNone/>
              <a:defRPr sz="1875" b="0">
                <a:solidFill>
                  <a:srgbClr val="55655E"/>
                </a:solidFill>
                <a:latin typeface="Nimbus Sans"/>
                <a:ea typeface="Nimbus Sans"/>
                <a:cs typeface="Nimbus Sans"/>
              </a:defRPr>
            </a:pPr>
            <a:r>
              <a:rPr sz="1875" b="0">
                <a:solidFill>
                  <a:srgbClr val="55655E"/>
                </a:solidFill>
                <a:latin typeface="Nimbus Sans"/>
                <a:ea typeface="Nimbus Sans"/>
                <a:cs typeface="Nimbus Sans"/>
              </a:rPr>
              <a:t>Reviewed October 17, 2026. Full links appear in speaker notes.</a:t>
            </a:r>
          </a:p>
        </p:txBody>
      </p:sp>
    </p:spTree>
    <p:extLst>
      <p:ext uri="{BB962C8B-B14F-4D97-AF65-F5344CB8AC3E}">
        <p14:creationId xmlns:p14="http://schemas.microsoft.com/office/powerpoint/2010/main" val="16573585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2026-10-18T02:09:04.0900000Z</dcterms:created>
  <dcterms:modified xsi:type="dcterms:W3CDTF">2026-10-18T02:09:04.0900000Z</dcterms:modified>
</coreProperties>
</file>